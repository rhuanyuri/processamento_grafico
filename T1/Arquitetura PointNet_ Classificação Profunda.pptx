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15"/>
  </p:notesMasterIdLst>
  <p:sldIdLst>
    <p:sldId id="256" r:id="rId14"/>
    <p:sldId id="257" r:id="rId18"/>
    <p:sldId id="258" r:id="rId20"/>
    <p:sldId id="259" r:id="rId22"/>
    <p:sldId id="260" r:id="rId24"/>
    <p:sldId id="261" r:id="rId26"/>
    <p:sldId id="262" r:id="rId28"/>
    <p:sldId id="263" r:id="rId30"/>
    <p:sldId id="264" r:id="rId32"/>
    <p:sldId r:id="rId34-created" id="265"/>
  </p:sldIdLst>
  <p:sldSz cx="24384000" cy="13716000"/>
  <p:notesSz cx="6858000" cy="9144000"/>
  <p:embeddedFontLst>
    <p:embeddedFont>
      <p:font typeface="Embedded Inter"/>
      <p:regular r:id="rId9"/>
      <p:bold r:id="rId6"/>
      <p:italic r:id="rId8"/>
      <p:boldItalic r:id="rId7"/>
    </p:embeddedFont>
    <p:embeddedFont>
      <p:font typeface="Embedded Libre Baskerville"/>
      <p:regular r:id="rId12"/>
      <p:bold r:id="rId10"/>
      <p:italic r:id="rId11"/>
    </p:embeddedFont>
    <p:embeddedFont>
      <p:font typeface="Prezi Bullet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5.fntdata" Type="http://schemas.openxmlformats.org/officeDocument/2006/relationships/font"/><Relationship Id="rId11" Target="fonts/font6.fntdata" Type="http://schemas.openxmlformats.org/officeDocument/2006/relationships/font"/><Relationship Id="rId12" Target="fonts/font7.fntdata" Type="http://schemas.openxmlformats.org/officeDocument/2006/relationships/font"/><Relationship Id="rId13" Target="fonts/font8.fntdata" Type="http://schemas.openxmlformats.org/officeDocument/2006/relationships/font"/><Relationship Id="rId14" Target="slides/slide1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slides/slide2.xml" Type="http://schemas.openxmlformats.org/officeDocument/2006/relationships/slide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slides/slide3.xml" Type="http://schemas.openxmlformats.org/officeDocument/2006/relationships/slide"/><Relationship Id="rId21" Target="notesSlides/notesSlide3.xml" Type="http://schemas.openxmlformats.org/officeDocument/2006/relationships/notesSlide"/><Relationship Id="rId22" Target="slides/slide4.xml" Type="http://schemas.openxmlformats.org/officeDocument/2006/relationships/slide"/><Relationship Id="rId23" Target="notesSlides/notesSlide4.xml" Type="http://schemas.openxmlformats.org/officeDocument/2006/relationships/notesSlide"/><Relationship Id="rId24" Target="slides/slide5.xml" Type="http://schemas.openxmlformats.org/officeDocument/2006/relationships/slide"/><Relationship Id="rId25" Target="notesSlides/notesSlide5.xml" Type="http://schemas.openxmlformats.org/officeDocument/2006/relationships/notesSlide"/><Relationship Id="rId26" Target="slides/slide6.xml" Type="http://schemas.openxmlformats.org/officeDocument/2006/relationships/slide"/><Relationship Id="rId27" Target="notesSlides/notesSlide6.xml" Type="http://schemas.openxmlformats.org/officeDocument/2006/relationships/notesSlide"/><Relationship Id="rId28" Target="slides/slide7.xml" Type="http://schemas.openxmlformats.org/officeDocument/2006/relationships/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slides/slide8.xml" Type="http://schemas.openxmlformats.org/officeDocument/2006/relationships/slide"/><Relationship Id="rId31" Target="notesSlides/notesSlide8.xml" Type="http://schemas.openxmlformats.org/officeDocument/2006/relationships/notesSlide"/><Relationship Id="rId32" Target="slides/slide9.xml" Type="http://schemas.openxmlformats.org/officeDocument/2006/relationships/slide"/><Relationship Id="rId33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1.fntdata" Type="http://schemas.openxmlformats.org/officeDocument/2006/relationships/font"/><Relationship Id="rId7" Target="fonts/font2.fntdata" Type="http://schemas.openxmlformats.org/officeDocument/2006/relationships/font"/><Relationship Id="rId8" Target="fonts/font3.fntdata" Type="http://schemas.openxmlformats.org/officeDocument/2006/relationships/font"/><Relationship Id="rId9" Target="fonts/font4.fntdata" Type="http://schemas.openxmlformats.org/officeDocument/2006/relationships/font"/><Relationship Id="rId34-created" Type="http://schemas.openxmlformats.org/officeDocument/2006/relationships/slide" Target="slides/slide10.xml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ph type="body"/>
          </p:nvPr>
        </p:nvSpPr>
        <p:spPr>
          <a:xfrm>
            <a:off x="0" y="0"/>
            <a:ext cx="25146000" cy="13716000"/>
          </a:xfrm>
          <a:prstGeom prst="rect">
            <a:avLst/>
          </a:prstGeom>
        </p:spPr>
        <p:txBody>
          <a:bodyPr anchor="t" rtlCol="0"/>
          <a:lstStyle/>
          <a:p>
            <a:pPr algn="l">
              <a:defRPr/>
            </a:pPr>
            <a:r>
              <a:rPr lang="en-US"/>
              <a:t/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notesSlides/notesSlide3.xml" Type="http://schemas.openxmlformats.org/officeDocument/2006/relationships/notesSlid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3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39.png" Type="http://schemas.openxmlformats.org/officeDocument/2006/relationships/image"/><Relationship Id="rId7" Target="../media/image21.pn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5.png" Type="http://schemas.openxmlformats.org/officeDocument/2006/relationships/image"/><Relationship Id="rId12" Target="../media/image3.png" Type="http://schemas.openxmlformats.org/officeDocument/2006/relationships/image"/><Relationship Id="rId13" Target="../media/image13.png" Type="http://schemas.openxmlformats.org/officeDocument/2006/relationships/image"/><Relationship Id="rId14" Target="../media/image30.png" Type="http://schemas.openxmlformats.org/officeDocument/2006/relationships/image"/><Relationship Id="rId15" Target="../media/image4.png" Type="http://schemas.openxmlformats.org/officeDocument/2006/relationships/image"/><Relationship Id="rId16" Target="../media/image6.png" Type="http://schemas.openxmlformats.org/officeDocument/2006/relationships/image"/><Relationship Id="rId17" Target="../media/image46.png" Type="http://schemas.openxmlformats.org/officeDocument/2006/relationships/image"/><Relationship Id="rId18" Target="../media/image47.png" Type="http://schemas.openxmlformats.org/officeDocument/2006/relationships/image"/><Relationship Id="rId19" Target="../media/image48.png" Type="http://schemas.openxmlformats.org/officeDocument/2006/relationships/image"/><Relationship Id="rId2" Target="../media/image40.png" Type="http://schemas.openxmlformats.org/officeDocument/2006/relationships/image"/><Relationship Id="rId20" Target="../media/image7.png" Type="http://schemas.openxmlformats.org/officeDocument/2006/relationships/image"/><Relationship Id="rId21" Target="../media/image9.png" Type="http://schemas.openxmlformats.org/officeDocument/2006/relationships/image"/><Relationship Id="rId22" Target="../media/image10.png" Type="http://schemas.openxmlformats.org/officeDocument/2006/relationships/image"/><Relationship Id="rId23" Target="../media/image49.png" Type="http://schemas.openxmlformats.org/officeDocument/2006/relationships/image"/><Relationship Id="rId24" Target="../media/image50.png" Type="http://schemas.openxmlformats.org/officeDocument/2006/relationships/image"/><Relationship Id="rId25" Target="../media/image51.png" Type="http://schemas.openxmlformats.org/officeDocument/2006/relationships/image"/><Relationship Id="rId26" Target="../media/image52.png" Type="http://schemas.openxmlformats.org/officeDocument/2006/relationships/image"/><Relationship Id="rId27" Target="../media/image53.png" Type="http://schemas.openxmlformats.org/officeDocument/2006/relationships/image"/><Relationship Id="rId28" Target="../media/image54.png" Type="http://schemas.openxmlformats.org/officeDocument/2006/relationships/image"/><Relationship Id="rId29" Target="../media/image14.png" Type="http://schemas.openxmlformats.org/officeDocument/2006/relationships/image"/><Relationship Id="rId3" Target="../media/image2.png" Type="http://schemas.openxmlformats.org/officeDocument/2006/relationships/image"/><Relationship Id="rId30" Target="../media/image15.png" Type="http://schemas.openxmlformats.org/officeDocument/2006/relationships/image"/><Relationship Id="rId31" Target="../media/image16.png" Type="http://schemas.openxmlformats.org/officeDocument/2006/relationships/image"/><Relationship Id="rId32" Target="../media/image17.png" Type="http://schemas.openxmlformats.org/officeDocument/2006/relationships/image"/><Relationship Id="rId33" Target="../media/image55.png" Type="http://schemas.openxmlformats.org/officeDocument/2006/relationships/image"/><Relationship Id="rId34" Target="../media/image56.png" Type="http://schemas.openxmlformats.org/officeDocument/2006/relationships/image"/><Relationship Id="rId35" Target="../media/image57.png" Type="http://schemas.openxmlformats.org/officeDocument/2006/relationships/image"/><Relationship Id="rId36" Target="../media/image58.png" Type="http://schemas.openxmlformats.org/officeDocument/2006/relationships/image"/><Relationship Id="rId37" Target="../media/image59.png" Type="http://schemas.openxmlformats.org/officeDocument/2006/relationships/image"/><Relationship Id="rId38" Target="../media/image18.png" Type="http://schemas.openxmlformats.org/officeDocument/2006/relationships/image"/><Relationship Id="rId39" Target="../media/image60.png" Type="http://schemas.openxmlformats.org/officeDocument/2006/relationships/image"/><Relationship Id="rId4" Target="../media/image12.png" Type="http://schemas.openxmlformats.org/officeDocument/2006/relationships/image"/><Relationship Id="rId40" Target="../media/image19.png" Type="http://schemas.openxmlformats.org/officeDocument/2006/relationships/image"/><Relationship Id="rId41" Target="../media/image20.png" Type="http://schemas.openxmlformats.org/officeDocument/2006/relationships/image"/><Relationship Id="rId42" Target="../media/image21.png" Type="http://schemas.openxmlformats.org/officeDocument/2006/relationships/image"/><Relationship Id="rId43" Target="../media/image22.png" Type="http://schemas.openxmlformats.org/officeDocument/2006/relationships/image"/><Relationship Id="rId44" Target="../media/image61.png" Type="http://schemas.openxmlformats.org/officeDocument/2006/relationships/image"/><Relationship Id="rId45" Target="../media/image62.png" Type="http://schemas.openxmlformats.org/officeDocument/2006/relationships/image"/><Relationship Id="rId46" Target="../media/image24.png" Type="http://schemas.openxmlformats.org/officeDocument/2006/relationships/image"/><Relationship Id="rId47" Target="../media/image25.png" Type="http://schemas.openxmlformats.org/officeDocument/2006/relationships/image"/><Relationship Id="rId48" Target="../media/image26.png" Type="http://schemas.openxmlformats.org/officeDocument/2006/relationships/image"/><Relationship Id="rId49" Target="../media/image27.png" Type="http://schemas.openxmlformats.org/officeDocument/2006/relationships/image"/><Relationship Id="rId5" Target="../media/image29.png" Type="http://schemas.openxmlformats.org/officeDocument/2006/relationships/image"/><Relationship Id="rId50" Target="../media/image63.png" Type="http://schemas.openxmlformats.org/officeDocument/2006/relationships/image"/><Relationship Id="rId51" Target="../media/image64.png" Type="http://schemas.openxmlformats.org/officeDocument/2006/relationships/image"/><Relationship Id="rId52" Target="../media/image65.png" Type="http://schemas.openxmlformats.org/officeDocument/2006/relationships/image"/><Relationship Id="rId53" Target="../media/image66.png" Type="http://schemas.openxmlformats.org/officeDocument/2006/relationships/image"/><Relationship Id="rId54" Target="../media/image31.png" Type="http://schemas.openxmlformats.org/officeDocument/2006/relationships/image"/><Relationship Id="rId55" Target="../media/image35.png" Type="http://schemas.openxmlformats.org/officeDocument/2006/relationships/image"/><Relationship Id="rId56" Target="../media/image67.png" Type="http://schemas.openxmlformats.org/officeDocument/2006/relationships/image"/><Relationship Id="rId57" Target="../media/image68.png" Type="http://schemas.openxmlformats.org/officeDocument/2006/relationships/image"/><Relationship Id="rId58" Target="../media/image69.png" Type="http://schemas.openxmlformats.org/officeDocument/2006/relationships/image"/><Relationship Id="rId59" Target="../media/image32.png" Type="http://schemas.openxmlformats.org/officeDocument/2006/relationships/image"/><Relationship Id="rId6" Target="../media/image41.png" Type="http://schemas.openxmlformats.org/officeDocument/2006/relationships/image"/><Relationship Id="rId60" Target="../media/image70.png" Type="http://schemas.openxmlformats.org/officeDocument/2006/relationships/image"/><Relationship Id="rId61" Target="../media/image33.png" Type="http://schemas.openxmlformats.org/officeDocument/2006/relationships/image"/><Relationship Id="rId62" Target="../media/image36.png" Type="http://schemas.openxmlformats.org/officeDocument/2006/relationships/image"/><Relationship Id="rId63" Target="../media/image71.png" Type="http://schemas.openxmlformats.org/officeDocument/2006/relationships/image"/><Relationship Id="rId64" Target="../media/image72.png" Type="http://schemas.openxmlformats.org/officeDocument/2006/relationships/image"/><Relationship Id="rId65" Target="../media/image73.png" Type="http://schemas.openxmlformats.org/officeDocument/2006/relationships/image"/><Relationship Id="rId66" Target="../media/image74.png" Type="http://schemas.openxmlformats.org/officeDocument/2006/relationships/image"/><Relationship Id="rId67" Target="../media/image37.png" Type="http://schemas.openxmlformats.org/officeDocument/2006/relationships/image"/><Relationship Id="rId68" Target="../media/image39.png" Type="http://schemas.openxmlformats.org/officeDocument/2006/relationships/image"/><Relationship Id="rId69" Target="../media/image75.png" Type="http://schemas.openxmlformats.org/officeDocument/2006/relationships/image"/><Relationship Id="rId7" Target="../media/image42.png" Type="http://schemas.openxmlformats.org/officeDocument/2006/relationships/image"/><Relationship Id="rId70" Target="../media/image76.png" Type="http://schemas.openxmlformats.org/officeDocument/2006/relationships/image"/><Relationship Id="rId71" Target="../media/image77.png" Type="http://schemas.openxmlformats.org/officeDocument/2006/relationships/image"/><Relationship Id="rId72" Target="../media/image78.png" Type="http://schemas.openxmlformats.org/officeDocument/2006/relationships/image"/><Relationship Id="rId73" Target="../media/image79.png" Type="http://schemas.openxmlformats.org/officeDocument/2006/relationships/image"/><Relationship Id="rId74" Target="../media/image80.png" Type="http://schemas.openxmlformats.org/officeDocument/2006/relationships/image"/><Relationship Id="rId75" Target="../media/image81.png" Type="http://schemas.openxmlformats.org/officeDocument/2006/relationships/image"/><Relationship Id="rId76" Target="../media/image82.png" Type="http://schemas.openxmlformats.org/officeDocument/2006/relationships/image"/><Relationship Id="rId77" Target="../media/image83.png" Type="http://schemas.openxmlformats.org/officeDocument/2006/relationships/image"/><Relationship Id="rId78" Target="../notesSlides/notesSlide8.xml" Type="http://schemas.openxmlformats.org/officeDocument/2006/relationships/notesSlid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5.png" Type="http://schemas.openxmlformats.org/officeDocument/2006/relationships/image"/><Relationship Id="rId12" Target="../media/image3.png" Type="http://schemas.openxmlformats.org/officeDocument/2006/relationships/image"/><Relationship Id="rId13" Target="../media/image13.png" Type="http://schemas.openxmlformats.org/officeDocument/2006/relationships/image"/><Relationship Id="rId14" Target="../media/image30.png" Type="http://schemas.openxmlformats.org/officeDocument/2006/relationships/image"/><Relationship Id="rId15" Target="../media/image4.png" Type="http://schemas.openxmlformats.org/officeDocument/2006/relationships/image"/><Relationship Id="rId16" Target="../media/image6.png" Type="http://schemas.openxmlformats.org/officeDocument/2006/relationships/image"/><Relationship Id="rId17" Target="../media/image46.png" Type="http://schemas.openxmlformats.org/officeDocument/2006/relationships/image"/><Relationship Id="rId18" Target="../media/image47.png" Type="http://schemas.openxmlformats.org/officeDocument/2006/relationships/image"/><Relationship Id="rId19" Target="../media/image48.png" Type="http://schemas.openxmlformats.org/officeDocument/2006/relationships/image"/><Relationship Id="rId2" Target="../media/image40.png" Type="http://schemas.openxmlformats.org/officeDocument/2006/relationships/image"/><Relationship Id="rId20" Target="../media/image7.png" Type="http://schemas.openxmlformats.org/officeDocument/2006/relationships/image"/><Relationship Id="rId21" Target="../media/image9.png" Type="http://schemas.openxmlformats.org/officeDocument/2006/relationships/image"/><Relationship Id="rId22" Target="../media/image10.png" Type="http://schemas.openxmlformats.org/officeDocument/2006/relationships/image"/><Relationship Id="rId23" Target="../media/image49.png" Type="http://schemas.openxmlformats.org/officeDocument/2006/relationships/image"/><Relationship Id="rId24" Target="../media/image50.png" Type="http://schemas.openxmlformats.org/officeDocument/2006/relationships/image"/><Relationship Id="rId25" Target="../media/image51.png" Type="http://schemas.openxmlformats.org/officeDocument/2006/relationships/image"/><Relationship Id="rId26" Target="../media/image52.png" Type="http://schemas.openxmlformats.org/officeDocument/2006/relationships/image"/><Relationship Id="rId27" Target="../media/image53.png" Type="http://schemas.openxmlformats.org/officeDocument/2006/relationships/image"/><Relationship Id="rId28" Target="../media/image54.png" Type="http://schemas.openxmlformats.org/officeDocument/2006/relationships/image"/><Relationship Id="rId29" Target="../media/image14.png" Type="http://schemas.openxmlformats.org/officeDocument/2006/relationships/image"/><Relationship Id="rId3" Target="../media/image2.png" Type="http://schemas.openxmlformats.org/officeDocument/2006/relationships/image"/><Relationship Id="rId30" Target="../media/image15.png" Type="http://schemas.openxmlformats.org/officeDocument/2006/relationships/image"/><Relationship Id="rId31" Target="../media/image16.png" Type="http://schemas.openxmlformats.org/officeDocument/2006/relationships/image"/><Relationship Id="rId32" Target="../media/image17.png" Type="http://schemas.openxmlformats.org/officeDocument/2006/relationships/image"/><Relationship Id="rId33" Target="../media/image55.png" Type="http://schemas.openxmlformats.org/officeDocument/2006/relationships/image"/><Relationship Id="rId34" Target="../media/image56.png" Type="http://schemas.openxmlformats.org/officeDocument/2006/relationships/image"/><Relationship Id="rId35" Target="../media/image57.png" Type="http://schemas.openxmlformats.org/officeDocument/2006/relationships/image"/><Relationship Id="rId36" Target="../media/image58.png" Type="http://schemas.openxmlformats.org/officeDocument/2006/relationships/image"/><Relationship Id="rId37" Target="../media/image59.png" Type="http://schemas.openxmlformats.org/officeDocument/2006/relationships/image"/><Relationship Id="rId38" Target="../media/image18.png" Type="http://schemas.openxmlformats.org/officeDocument/2006/relationships/image"/><Relationship Id="rId39" Target="../media/image60.png" Type="http://schemas.openxmlformats.org/officeDocument/2006/relationships/image"/><Relationship Id="rId4" Target="../media/image12.png" Type="http://schemas.openxmlformats.org/officeDocument/2006/relationships/image"/><Relationship Id="rId40" Target="../media/image19.png" Type="http://schemas.openxmlformats.org/officeDocument/2006/relationships/image"/><Relationship Id="rId41" Target="../media/image20.png" Type="http://schemas.openxmlformats.org/officeDocument/2006/relationships/image"/><Relationship Id="rId42" Target="../media/image21.png" Type="http://schemas.openxmlformats.org/officeDocument/2006/relationships/image"/><Relationship Id="rId43" Target="../media/image22.png" Type="http://schemas.openxmlformats.org/officeDocument/2006/relationships/image"/><Relationship Id="rId44" Target="../media/image61.png" Type="http://schemas.openxmlformats.org/officeDocument/2006/relationships/image"/><Relationship Id="rId45" Target="../media/image62.png" Type="http://schemas.openxmlformats.org/officeDocument/2006/relationships/image"/><Relationship Id="rId46" Target="../media/image24.png" Type="http://schemas.openxmlformats.org/officeDocument/2006/relationships/image"/><Relationship Id="rId47" Target="../media/image25.png" Type="http://schemas.openxmlformats.org/officeDocument/2006/relationships/image"/><Relationship Id="rId48" Target="../media/image26.png" Type="http://schemas.openxmlformats.org/officeDocument/2006/relationships/image"/><Relationship Id="rId49" Target="../media/image27.png" Type="http://schemas.openxmlformats.org/officeDocument/2006/relationships/image"/><Relationship Id="rId5" Target="../media/image29.png" Type="http://schemas.openxmlformats.org/officeDocument/2006/relationships/image"/><Relationship Id="rId50" Target="../media/image63.png" Type="http://schemas.openxmlformats.org/officeDocument/2006/relationships/image"/><Relationship Id="rId51" Target="../media/image64.png" Type="http://schemas.openxmlformats.org/officeDocument/2006/relationships/image"/><Relationship Id="rId52" Target="../media/image65.png" Type="http://schemas.openxmlformats.org/officeDocument/2006/relationships/image"/><Relationship Id="rId53" Target="../media/image66.png" Type="http://schemas.openxmlformats.org/officeDocument/2006/relationships/image"/><Relationship Id="rId54" Target="../media/image31.png" Type="http://schemas.openxmlformats.org/officeDocument/2006/relationships/image"/><Relationship Id="rId55" Target="../media/image35.png" Type="http://schemas.openxmlformats.org/officeDocument/2006/relationships/image"/><Relationship Id="rId56" Target="../media/image67.png" Type="http://schemas.openxmlformats.org/officeDocument/2006/relationships/image"/><Relationship Id="rId57" Target="../media/image68.png" Type="http://schemas.openxmlformats.org/officeDocument/2006/relationships/image"/><Relationship Id="rId58" Target="../media/image69.png" Type="http://schemas.openxmlformats.org/officeDocument/2006/relationships/image"/><Relationship Id="rId59" Target="../media/image32.png" Type="http://schemas.openxmlformats.org/officeDocument/2006/relationships/image"/><Relationship Id="rId6" Target="../media/image41.png" Type="http://schemas.openxmlformats.org/officeDocument/2006/relationships/image"/><Relationship Id="rId60" Target="../media/image70.png" Type="http://schemas.openxmlformats.org/officeDocument/2006/relationships/image"/><Relationship Id="rId61" Target="../media/image33.png" Type="http://schemas.openxmlformats.org/officeDocument/2006/relationships/image"/><Relationship Id="rId62" Target="../media/image36.png" Type="http://schemas.openxmlformats.org/officeDocument/2006/relationships/image"/><Relationship Id="rId63" Target="../media/image71.png" Type="http://schemas.openxmlformats.org/officeDocument/2006/relationships/image"/><Relationship Id="rId64" Target="../media/image72.png" Type="http://schemas.openxmlformats.org/officeDocument/2006/relationships/image"/><Relationship Id="rId65" Target="../media/image73.png" Type="http://schemas.openxmlformats.org/officeDocument/2006/relationships/image"/><Relationship Id="rId66" Target="../media/image74.png" Type="http://schemas.openxmlformats.org/officeDocument/2006/relationships/image"/><Relationship Id="rId67" Target="../media/image37.png" Type="http://schemas.openxmlformats.org/officeDocument/2006/relationships/image"/><Relationship Id="rId68" Target="../media/image39.png" Type="http://schemas.openxmlformats.org/officeDocument/2006/relationships/image"/><Relationship Id="rId69" Target="../media/image75.png" Type="http://schemas.openxmlformats.org/officeDocument/2006/relationships/image"/><Relationship Id="rId7" Target="../media/image42.png" Type="http://schemas.openxmlformats.org/officeDocument/2006/relationships/image"/><Relationship Id="rId70" Target="../media/image76.png" Type="http://schemas.openxmlformats.org/officeDocument/2006/relationships/image"/><Relationship Id="rId71" Target="../media/image77.png" Type="http://schemas.openxmlformats.org/officeDocument/2006/relationships/image"/><Relationship Id="rId72" Target="../media/image78.png" Type="http://schemas.openxmlformats.org/officeDocument/2006/relationships/image"/><Relationship Id="rId73" Target="../media/image79.png" Type="http://schemas.openxmlformats.org/officeDocument/2006/relationships/image"/><Relationship Id="rId74" Target="../media/image80.png" Type="http://schemas.openxmlformats.org/officeDocument/2006/relationships/image"/><Relationship Id="rId75" Target="../media/image81.png" Type="http://schemas.openxmlformats.org/officeDocument/2006/relationships/image"/><Relationship Id="rId76" Target="../media/image82.png" Type="http://schemas.openxmlformats.org/officeDocument/2006/relationships/image"/><Relationship Id="rId77" Target="../media/image83.png" Type="http://schemas.openxmlformats.org/officeDocument/2006/relationships/image"/><Relationship Id="rId78" Target="../notesSlides/notesSlide9.xml" Type="http://schemas.openxmlformats.org/officeDocument/2006/relationships/notesSlid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hyperlink" Target="https://prezi.com/craft/r/export?t=arquitetura-pointnet-classificacao-profunda&amp;room=vt_5ae57355-2521-4a10-a501-a251f89eea84&amp;format=pptx" TargetMode="External"/><Relationship Id="rId3" Type="http://schemas.openxmlformats.org/officeDocument/2006/relationships/hyperlink" Target="https://prezi.com/craft/r/export?t=arquitetura-pointnet-classificacao-profunda&amp;room=vt_5ae57355-2521-4a10-a501-a251f89eea84&amp;format=pptx&amp;app=explain-chat" TargetMode="External"/><Relationship Id="rId4" Type="http://schemas.openxmlformats.org/officeDocument/2006/relationships/hyperlink" Target="https://prezi.com/craft/podcast/vt_5ae57355-2521-4a10-a501-a251f89eea84?t=arquitetura-pointnet-classificacao-profunda" TargetMode="External"/><Relationship Id="rId5" Type="http://schemas.openxmlformats.org/officeDocument/2006/relationships/hyperlink" Target="https://prezi.com/craft/video/vt_5ae57355-2521-4a10-a501-a251f89eea84?t=arquitetura-pointnet-classificacao-profunda" TargetMode="External"/><Relationship Id="rId6" Type="http://schemas.openxmlformats.org/officeDocument/2006/relationships/hyperlink" Target="https://prezi.com/craft/r/export?t=arquitetura-pointnet-classificacao-profunda&amp;room=vt_5ae57355-2521-4a10-a501-a251f89eea84&amp;format=pptx&amp;app=newscaster" TargetMode="External"/><Relationship Id="rId1" Type="http://schemas.openxmlformats.org/officeDocument/2006/relationships/image" Target="../media/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Relationship Id="rId9-created" Type="http://schemas.openxmlformats.org/officeDocument/2006/relationships/image" Target="../media/media8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49096" y="559837"/>
            <a:ext cx="22285809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9093" y="559836"/>
            <a:ext cx="22285813" cy="12596329"/>
          </a:xfrm>
          <a:prstGeom prst="rect">
            <a:avLst/>
          </a:prstGeom>
          <a:effectLst>
            <a:outerShdw algn="ctr" blurRad="9689484" dir="5400000" dist="968948" sx="100000" sy="100000">
              <a:srgbClr val="000000">
                <a:alpha val="27843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88164" y="1651991"/>
            <a:ext cx="9797142" cy="1041201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3412320" y="2395676"/>
            <a:ext cx="9130913" cy="493180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99" b="1" i="0" u="none" strike="noStrike">
                <a:solidFill>
                  <a:srgbClr val="E8F0F2"/>
                </a:solidFill>
                <a:latin typeface="Embedded Libre Baskerville"/>
              </a:rPr>
              <a:t>Arquitetur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99" b="1" i="0" u="none" strike="noStrike">
                <a:solidFill>
                  <a:srgbClr val="E8F0F2"/>
                </a:solidFill>
                <a:latin typeface="Embedded Libre Baskerville"/>
              </a:rPr>
              <a:t>a </a:t>
            </a:r>
            <a:r>
              <a:rPr lang="en-US" sz="5399" b="1" i="0" u="none" strike="noStrike">
                <a:solidFill>
                  <a:srgbClr val="F2C6A0"/>
                </a:solidFill>
                <a:latin typeface="Embedded Libre Baskerville"/>
              </a:rPr>
              <a:t>PointNet: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99" b="1" i="0" u="none" strike="noStrike">
                <a:solidFill>
                  <a:srgbClr val="E8F0F2"/>
                </a:solidFill>
                <a:latin typeface="Embedded Libre Baskerville"/>
              </a:rPr>
              <a:t>Classificaç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99" b="1" i="0" u="none" strike="noStrike">
                <a:solidFill>
                  <a:srgbClr val="E8F0F2"/>
                </a:solidFill>
                <a:latin typeface="Embedded Libre Baskerville"/>
              </a:rPr>
              <a:t>ão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99" b="1" i="0" u="none" strike="noStrike">
                <a:solidFill>
                  <a:srgbClr val="E8F0F2"/>
                </a:solidFill>
                <a:latin typeface="Embedded Libre Baskerville"/>
              </a:rPr>
              <a:t>Profunda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 rot="0">
            <a:off x="3419504" y="7697775"/>
            <a:ext cx="9122652" cy="149322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74" b="0" i="0" u="none" strike="noStrike">
                <a:solidFill>
                  <a:srgbClr val="E8F0F2"/>
                </a:solidFill>
                <a:latin typeface="Embedded Libre Baskerville"/>
              </a:rPr>
              <a:t>Análise Matemática e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74" b="0" i="0" u="none" strike="noStrike">
                <a:solidFill>
                  <a:srgbClr val="E8F0F2"/>
                </a:solidFill>
                <a:latin typeface="Embedded Libre Baskerville"/>
              </a:rPr>
              <a:t>Impacto da Resolução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74" b="0" i="0" u="none" strike="noStrike">
                <a:solidFill>
                  <a:srgbClr val="E8F0F2"/>
                </a:solidFill>
                <a:latin typeface="Embedded Libre Baskerville"/>
              </a:rPr>
              <a:t>Geométrica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 rot="0">
            <a:off x="3419229" y="9750475"/>
            <a:ext cx="7933015" cy="1567281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619" b="0" i="0" u="none" strike="noStrike">
                <a:solidFill>
                  <a:srgbClr val="A8C0C6"/>
                </a:solidFill>
                <a:latin typeface="Embedded Libre Baskerville"/>
              </a:rPr>
              <a:t>Apresentador: Rhuã Sardinha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619" b="0" i="0" u="none" strike="noStrike">
                <a:solidFill>
                  <a:srgbClr val="A8C0C6"/>
                </a:solidFill>
                <a:latin typeface="Embedded Libre Baskerville"/>
              </a:rPr>
              <a:t>Integrantes: Kauane Paixão Rocha e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619" b="0" i="0" u="none" strike="noStrike">
                <a:solidFill>
                  <a:srgbClr val="A8C0C6"/>
                </a:solidFill>
                <a:latin typeface="Embedded Libre Baskerville"/>
              </a:rPr>
              <a:t>Thalita Muniz Amorim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76704" y="1108010"/>
            <a:ext cx="20830592" cy="114999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49096" y="559837"/>
            <a:ext cx="22285809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9093" y="559836"/>
            <a:ext cx="22285813" cy="12596329"/>
          </a:xfrm>
          <a:prstGeom prst="rect">
            <a:avLst/>
          </a:prstGeom>
          <a:effectLst>
            <a:outerShdw algn="ctr" blurRad="9689484" dir="5400000" dist="968948" sx="100000" sy="100000">
              <a:srgbClr val="000000">
                <a:alpha val="27843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88164" y="10632525"/>
            <a:ext cx="19407673" cy="140396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88164" y="10632523"/>
            <a:ext cx="19407673" cy="2332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2488164" y="1679510"/>
            <a:ext cx="22318824" cy="106354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069" b="1" i="0" u="none" strike="noStrike">
                <a:solidFill>
                  <a:srgbClr val="E8F0F2"/>
                </a:solidFill>
                <a:latin typeface="Embedded Libre Baskerville"/>
              </a:rPr>
              <a:t>Por que IAs Tradicionais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069" b="1" i="0" u="none" strike="noStrike">
                <a:solidFill>
                  <a:srgbClr val="E8F0F2"/>
                </a:solidFill>
                <a:latin typeface="Embedded Libre Baskerville"/>
              </a:rPr>
              <a:t>Falham?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 rot="0">
            <a:off x="2486172" y="5635286"/>
            <a:ext cx="9239298" cy="2388569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615" b="0" i="0" u="none" strike="noStrike">
                <a:solidFill>
                  <a:srgbClr val="A8C0C6"/>
                </a:solidFill>
                <a:latin typeface="Embedded Libre Baskerville"/>
              </a:rPr>
              <a:t>Ao contrário de pixels em uma imagem,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615" b="0" i="0" u="none" strike="noStrike">
                <a:solidFill>
                  <a:srgbClr val="A8C0C6"/>
                </a:solidFill>
                <a:latin typeface="Embedded Libre Baskerville"/>
              </a:rPr>
              <a:t>pontos em 3D não possuem uma ordem fixa, 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615" b="0" i="0" u="none" strike="noStrike">
                <a:solidFill>
                  <a:srgbClr val="A8C0C6"/>
                </a:solidFill>
                <a:latin typeface="Embedded Libre Baskerville"/>
              </a:rPr>
              <a:t>que confunde redes neurais que esperam uma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615" b="0" i="0" u="none" strike="noStrike">
                <a:solidFill>
                  <a:srgbClr val="A8C0C6"/>
                </a:solidFill>
                <a:latin typeface="Embedded Libre Baskerville"/>
              </a:rPr>
              <a:t>sequência organizada.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 rot="0">
            <a:off x="12656467" y="5635344"/>
            <a:ext cx="9239369" cy="1791440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08" b="0" i="0" u="none" strike="noStrike">
                <a:solidFill>
                  <a:srgbClr val="A8C0C6"/>
                </a:solidFill>
                <a:latin typeface="Embedded Libre Baskerville"/>
              </a:rPr>
              <a:t>Arquiteturas padrão frequentemente falham ao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08" b="0" i="0" u="none" strike="noStrike">
                <a:solidFill>
                  <a:srgbClr val="A8C0C6"/>
                </a:solidFill>
                <a:latin typeface="Embedded Libre Baskerville"/>
              </a:rPr>
              <a:t>identificar o mesmo objeto quando ele é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708" b="0" i="0" u="none" strike="noStrike">
                <a:solidFill>
                  <a:srgbClr val="A8C0C6"/>
                </a:solidFill>
                <a:latin typeface="Embedded Libre Baskerville"/>
              </a:rPr>
              <a:t>rotacionado no espaço tridimensional.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 rot="0">
            <a:off x="1032588" y="11215688"/>
            <a:ext cx="22318824" cy="82080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40" b="0" i="0" u="none" strike="noStrike">
                <a:solidFill>
                  <a:srgbClr val="F2C6A0"/>
                </a:solidFill>
                <a:latin typeface="Embedded Libre Baskerville"/>
              </a:rPr>
              <a:t>Como a PointNet resolve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40" b="0" i="0" u="none" strike="noStrike">
                <a:solidFill>
                  <a:srgbClr val="F2C6A0"/>
                </a:solidFill>
                <a:latin typeface="Embedded Libre Baskerville"/>
              </a:rPr>
              <a:t>isso?</a:t>
            </a:r>
          </a:p>
        </p:txBody>
      </p:sp>
      <p:sp>
        <p:nvSpPr>
          <p:cNvPr id="12" name="TextBox 12"/>
          <p:cNvSpPr txBox="1"/>
          <p:nvPr/>
        </p:nvSpPr>
        <p:spPr>
          <a:xfrm rot="0">
            <a:off x="2488163" y="4235952"/>
            <a:ext cx="10622902" cy="111967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31" b="1" i="0" u="none" strike="noStrike">
                <a:solidFill>
                  <a:srgbClr val="F2C6A0"/>
                </a:solidFill>
                <a:latin typeface="Embedded Libre Baskerville"/>
              </a:rPr>
              <a:t>Desordem: Nuvens não têm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31" b="1" i="0" u="none" strike="noStrike">
                <a:solidFill>
                  <a:srgbClr val="F2C6A0"/>
                </a:solidFill>
                <a:latin typeface="Embedded Libre Baskerville"/>
              </a:rPr>
              <a:t>sequência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 rot="0">
            <a:off x="12658531" y="4235952"/>
            <a:ext cx="10622902" cy="111967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31" b="1" i="0" u="none" strike="noStrike">
                <a:solidFill>
                  <a:srgbClr val="F2C6A0"/>
                </a:solidFill>
                <a:latin typeface="Embedded Libre Baskerville"/>
              </a:rPr>
              <a:t>Geometria: Rotações não mudam 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31" b="1" i="0" u="none" strike="noStrike">
                <a:solidFill>
                  <a:srgbClr val="F2C6A0"/>
                </a:solidFill>
                <a:latin typeface="Embedded Libre Baskerville"/>
              </a:rPr>
              <a:t>objeto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22174" y="326572"/>
            <a:ext cx="22939653" cy="1306285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2178" y="326573"/>
            <a:ext cx="22939645" cy="13062854"/>
          </a:xfrm>
          <a:prstGeom prst="rect">
            <a:avLst/>
          </a:prstGeom>
          <a:effectLst>
            <a:outerShdw algn="ctr" blurRad="9558185" dir="5400000" dist="955818" sx="100000" sy="100000">
              <a:srgbClr val="000000">
                <a:alpha val="27843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28762" y="11217199"/>
            <a:ext cx="20126477" cy="101108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16666" y="8561917"/>
            <a:ext cx="6216953" cy="133728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083524" y="8561917"/>
            <a:ext cx="6216953" cy="1392464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 rot="0">
            <a:off x="2119911" y="1487306"/>
            <a:ext cx="23155627" cy="185819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63" b="1" i="0" u="none" strike="noStrike">
                <a:solidFill>
                  <a:srgbClr val="E8F0F2"/>
                </a:solidFill>
                <a:latin typeface="Embedded Libre Baskerville"/>
              </a:rPr>
              <a:t>Preparando os Dados: </a:t>
            </a:r>
            <a:r>
              <a:rPr lang="en-US" sz="5363" b="1" i="0" u="none" strike="noStrike">
                <a:solidFill>
                  <a:srgbClr val="F2C6A0"/>
                </a:solidFill>
                <a:latin typeface="Embedded Libre Baskerville"/>
              </a:rPr>
              <a:t>Amostragem</a:t>
            </a:r>
            <a:r>
              <a:rPr lang="en-US" sz="5363" b="1" i="0" u="none" strike="noStrike">
                <a:solidFill>
                  <a:srgbClr val="E8F0F2"/>
                </a:solidFill>
                <a:latin typeface="Embedded Libre Baskerville"/>
              </a:rPr>
              <a:t> e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363" b="1" i="0" u="none" strike="noStrike">
                <a:solidFill>
                  <a:srgbClr val="E8F0F2"/>
                </a:solidFill>
                <a:latin typeface="Embedded Libre Baskerville"/>
              </a:rPr>
              <a:t>Augmentation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 rot="0">
            <a:off x="2128762" y="5923643"/>
            <a:ext cx="6192762" cy="2166560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Redução da malha original para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um número fixo de pontos,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garantindo uniformidade na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entrada da rede neural.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 rot="0">
            <a:off x="9093811" y="5923327"/>
            <a:ext cx="6194570" cy="2167192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Augmentation via ruído aleatório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aplicado a cada ponto para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aumentar a robustez contra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72" b="0" i="0" u="none" strike="noStrike">
                <a:solidFill>
                  <a:srgbClr val="A8C0C6"/>
                </a:solidFill>
                <a:latin typeface="Embedded Libre Baskerville"/>
              </a:rPr>
              <a:t>variações sensoriais.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 rot="0">
            <a:off x="16062476" y="5923643"/>
            <a:ext cx="6192762" cy="1624920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Embaralhamento da ordem dos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pontos para forçar a rede 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aprender a invariância à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permutação.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 rot="0">
            <a:off x="2124548" y="11725147"/>
            <a:ext cx="20130691" cy="503192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476" b="0" i="1" u="none" strike="noStrike">
                <a:solidFill>
                  <a:srgbClr val="A8C0C6"/>
                </a:solidFill>
                <a:latin typeface="Embedded Libre Baskerville"/>
              </a:rPr>
              <a:t>Nota: O processo de augmentation é essencial para evitar o overfitting em conjuntos de dados 3D limitados como 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476" b="0" i="1" u="none" strike="noStrike">
                <a:solidFill>
                  <a:srgbClr val="A8C0C6"/>
                </a:solidFill>
                <a:latin typeface="Embedded Libre Baskerville"/>
              </a:rPr>
              <a:t>ModelNet10.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191238" y="8129134"/>
            <a:ext cx="1935238" cy="1935238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 rot="0">
            <a:off x="2126157" y="4893165"/>
            <a:ext cx="7124672" cy="54678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430" b="1" i="0" u="none" strike="noStrike">
                <a:solidFill>
                  <a:srgbClr val="E8F0F2"/>
                </a:solidFill>
                <a:latin typeface="Embedded Libre Baskerville"/>
              </a:rPr>
              <a:t>Amostrag</a:t>
            </a:r>
            <a:r>
              <a:rPr lang="en-US" sz="3430" b="1" i="0" u="none" strike="noStrike">
                <a:solidFill>
                  <a:srgbClr val="E8F0F2"/>
                </a:solidFill>
                <a:latin typeface="Embedded Libre Baskerville"/>
              </a:rPr>
              <a:t>em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06858" y="8990088"/>
            <a:ext cx="3976914" cy="402771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793293" y="8985250"/>
            <a:ext cx="2132390" cy="36285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28762" y="11217200"/>
            <a:ext cx="20126477" cy="2419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28762" y="5609167"/>
            <a:ext cx="6192762" cy="2419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095619" y="5609167"/>
            <a:ext cx="6192762" cy="2419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062476" y="5609167"/>
            <a:ext cx="6192762" cy="2419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 rot="0">
            <a:off x="9061960" y="4891795"/>
            <a:ext cx="7160384" cy="54952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447" b="1" i="0" u="none" strike="noStrike">
                <a:solidFill>
                  <a:srgbClr val="E8F0F2"/>
                </a:solidFill>
                <a:latin typeface="Embedded Libre Baskerville"/>
              </a:rPr>
              <a:t>Jitteri</a:t>
            </a:r>
            <a:r>
              <a:rPr lang="en-US" sz="3447" b="1" i="0" u="none" strike="noStrike">
                <a:solidFill>
                  <a:srgbClr val="E8F0F2"/>
                </a:solidFill>
                <a:latin typeface="Embedded Libre Baskerville"/>
              </a:rPr>
              <a:t>ng</a:t>
            </a:r>
          </a:p>
        </p:txBody>
      </p:sp>
      <p:sp>
        <p:nvSpPr>
          <p:cNvPr id="23" name="TextBox 23"/>
          <p:cNvSpPr txBox="1"/>
          <p:nvPr/>
        </p:nvSpPr>
        <p:spPr>
          <a:xfrm rot="0">
            <a:off x="16062476" y="4893280"/>
            <a:ext cx="7121677" cy="546554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428" b="1" i="0" u="none" strike="noStrike">
                <a:solidFill>
                  <a:srgbClr val="E8F0F2"/>
                </a:solidFill>
                <a:latin typeface="Embedded Libre Baskerville"/>
              </a:rPr>
              <a:t>Shu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428" b="1" i="0" u="none" strike="noStrike">
                <a:solidFill>
                  <a:srgbClr val="E8F0F2"/>
                </a:solidFill>
                <a:latin typeface="Embedded Libre Baskerville"/>
              </a:rPr>
              <a:t>ffle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22174" y="326572"/>
            <a:ext cx="22939653" cy="1306285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2178" y="326573"/>
            <a:ext cx="22939645" cy="13062854"/>
          </a:xfrm>
          <a:prstGeom prst="rect">
            <a:avLst/>
          </a:prstGeom>
          <a:effectLst>
            <a:outerShdw algn="ctr" blurRad="9558185" dir="5400000" dist="955818" sx="100000" sy="100000">
              <a:srgbClr val="000000">
                <a:alpha val="27843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28762" y="674876"/>
            <a:ext cx="10160001" cy="1236624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96382" y="10421371"/>
            <a:ext cx="8224762" cy="1845658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96382" y="10421371"/>
            <a:ext cx="8224762" cy="2419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 rot="0">
            <a:off x="3094714" y="4941746"/>
            <a:ext cx="8226429" cy="4754392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A percepção 3D é vital para carros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autônomos e robótica avançada. Nuvens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de pontos são conjuntos definidos por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coordenadas (x, y, z) que mapeiam 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ambiente com precisão. O dataset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1" i="0" u="none" strike="noStrike">
                <a:solidFill>
                  <a:srgbClr val="A8C0C6"/>
                </a:solidFill>
                <a:latin typeface="Embedded Libre Baskerville"/>
              </a:rPr>
              <a:t>ModelNet10</a:t>
            </a: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 utiliza amostras de 2048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pontos para treinar modelos a reconhecer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formas e estruturas complexas no mundo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187" b="0" i="0" u="none" strike="noStrike">
                <a:solidFill>
                  <a:srgbClr val="A8C0C6"/>
                </a:solidFill>
                <a:latin typeface="Embedded Libre Baskerville"/>
              </a:rPr>
              <a:t>real.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 rot="0">
            <a:off x="3087101" y="1447274"/>
            <a:ext cx="9469148" cy="301284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626" b="1" i="0" u="none" strike="noStrike">
                <a:solidFill>
                  <a:srgbClr val="E8F0F2"/>
                </a:solidFill>
                <a:latin typeface="Embedded Libre Baskerville"/>
              </a:rPr>
              <a:t>Aplicações: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626" b="1" i="0" u="none" strike="noStrike">
                <a:solidFill>
                  <a:srgbClr val="E8F0F2"/>
                </a:solidFill>
                <a:latin typeface="Embedded Libre Baskerville"/>
              </a:rPr>
              <a:t>Entendendo 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626" b="1" i="0" u="none" strike="noStrike">
                <a:solidFill>
                  <a:srgbClr val="E8F0F2"/>
                </a:solidFill>
                <a:latin typeface="Embedded Libre Baskerville"/>
              </a:rPr>
              <a:t>Mundo </a:t>
            </a:r>
            <a:r>
              <a:rPr lang="en-US" sz="5626" b="1" i="0" u="none" strike="noStrike">
                <a:solidFill>
                  <a:srgbClr val="F2C6A0"/>
                </a:solidFill>
                <a:latin typeface="Embedded Libre Baskerville"/>
              </a:rPr>
              <a:t>3D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 rot="0">
            <a:off x="4214463" y="11037906"/>
            <a:ext cx="8172682" cy="1120209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35" b="0" i="1" u="none" strike="noStrike">
                <a:solidFill>
                  <a:srgbClr val="E8F0F2"/>
                </a:solidFill>
                <a:latin typeface="Embedded Libre Baskerville"/>
              </a:rPr>
              <a:t>Como extrair sentido de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35" b="0" i="1" u="none" strike="noStrike">
                <a:solidFill>
                  <a:srgbClr val="E8F0F2"/>
                </a:solidFill>
                <a:latin typeface="Embedded Libre Baskerville"/>
              </a:rPr>
              <a:t>pontos desordenados?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 rot="0">
            <a:off x="3096381" y="10929370"/>
            <a:ext cx="767197" cy="1337658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494" b="0" i="0" u="none" strike="noStrike">
                <a:solidFill>
                  <a:srgbClr val="F2C6A0"/>
                </a:solidFill>
                <a:latin typeface="Embedded Libre Baskerville"/>
              </a:rPr>
              <a:t>?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31812" y="559837"/>
            <a:ext cx="22120377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1808" y="559836"/>
            <a:ext cx="22120383" cy="12596329"/>
          </a:xfrm>
          <a:prstGeom prst="rect">
            <a:avLst/>
          </a:prstGeom>
          <a:effectLst>
            <a:outerShdw algn="ctr" blurRad="9216825" dir="5400000" dist="921682" sx="100000" sy="100000">
              <a:srgbClr val="000000">
                <a:alpha val="27843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 rot="0">
            <a:off x="2478028" y="1678955"/>
            <a:ext cx="22330480" cy="2128199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142" b="1" i="0" u="none" strike="noStrike">
                <a:solidFill>
                  <a:srgbClr val="E8F0F2"/>
                </a:solidFill>
                <a:latin typeface="Embedded Libre Baskerville"/>
              </a:rPr>
              <a:t>A Matemática do PointNet - </a:t>
            </a:r>
            <a:r>
              <a:rPr lang="en-US" sz="6142" b="1" i="0" u="none" strike="noStrike">
                <a:solidFill>
                  <a:srgbClr val="F2C6A0"/>
                </a:solidFill>
                <a:latin typeface="Embedded Libre Baskerville"/>
              </a:rPr>
              <a:t>Alinhamento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142" b="1" i="0" u="none" strike="noStrike">
                <a:solidFill>
                  <a:srgbClr val="E8F0F2"/>
                </a:solidFill>
                <a:latin typeface="Embedded Libre Baskerville"/>
              </a:rPr>
              <a:t>Espacial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 rot="0">
            <a:off x="2485941" y="4389693"/>
            <a:ext cx="19409896" cy="1194164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916" b="0" i="0" u="none" strike="noStrike">
                <a:solidFill>
                  <a:srgbClr val="A8C0C6"/>
                </a:solidFill>
                <a:latin typeface="Embedded Libre Baskerville"/>
              </a:rPr>
              <a:t>A rede utiliza as T-Nets para aprender uma matriz de transformação afim e alinhar a nuvem a um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916" b="0" i="0" u="none" strike="noStrike">
                <a:solidFill>
                  <a:srgbClr val="A8C0C6"/>
                </a:solidFill>
                <a:latin typeface="Embedded Libre Baskerville"/>
              </a:rPr>
              <a:t>espaço canônico: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 rot="0">
            <a:off x="2488164" y="8349804"/>
            <a:ext cx="19407673" cy="1194027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916" b="0" i="0" u="none" strike="noStrike">
                <a:solidFill>
                  <a:srgbClr val="A8C0C6"/>
                </a:solidFill>
                <a:latin typeface="Embedded Libre Baskerville"/>
              </a:rPr>
              <a:t>Para evitar distorção, aplica-se uma penalidade na função de custo forçando a matriz a ser uma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916" b="0" i="0" u="none" strike="noStrike">
                <a:solidFill>
                  <a:srgbClr val="A8C0C6"/>
                </a:solidFill>
                <a:latin typeface="Embedded Libre Baskerville"/>
              </a:rPr>
              <a:t>rotação rígida: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83052" y="9898394"/>
            <a:ext cx="7612613" cy="95055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 rot="0">
            <a:off x="2488164" y="7789968"/>
            <a:ext cx="22318824" cy="559837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73" b="1" i="0" u="none" strike="noStrike">
                <a:solidFill>
                  <a:srgbClr val="F2C6A0"/>
                </a:solidFill>
                <a:latin typeface="Embedded Libre Baskerville"/>
              </a:rPr>
              <a:t>Regularização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73" b="1" i="0" u="none" strike="noStrike">
                <a:solidFill>
                  <a:srgbClr val="F2C6A0"/>
                </a:solidFill>
                <a:latin typeface="Embedded Libre Baskerville"/>
              </a:rPr>
              <a:t>Ortogonal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858690" y="6054984"/>
            <a:ext cx="3515308" cy="599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31812" y="559837"/>
            <a:ext cx="22120377" cy="125963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1808" y="559836"/>
            <a:ext cx="22120383" cy="12596329"/>
          </a:xfrm>
          <a:prstGeom prst="rect">
            <a:avLst/>
          </a:prstGeom>
          <a:effectLst>
            <a:outerShdw algn="ctr" blurRad="9216825" dir="5400000" dist="921682" sx="100000" sy="100000">
              <a:srgbClr val="000000">
                <a:alpha val="27843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5266" y="559837"/>
            <a:ext cx="22393469" cy="1259632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88164" y="2105401"/>
            <a:ext cx="9797142" cy="950519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0">
            <a:off x="3421225" y="2851850"/>
            <a:ext cx="9120674" cy="1903299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244" b="1" i="0" u="none" strike="noStrike">
                <a:solidFill>
                  <a:srgbClr val="E8F0F2"/>
                </a:solidFill>
                <a:latin typeface="Embedded Libre Baskerville"/>
              </a:rPr>
              <a:t>Extração de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244" b="1" i="0" u="none" strike="noStrike">
                <a:solidFill>
                  <a:srgbClr val="F2C6A0"/>
                </a:solidFill>
                <a:latin typeface="Embedded Libre Baskerville"/>
              </a:rPr>
              <a:t>Característic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244" b="1" i="0" u="none" strike="noStrike">
                <a:solidFill>
                  <a:srgbClr val="F2C6A0"/>
                </a:solidFill>
                <a:latin typeface="Embedded Libre Baskerville"/>
              </a:rPr>
              <a:t>as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 rot="0">
            <a:off x="3421225" y="5221680"/>
            <a:ext cx="7931021" cy="1566887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68" b="1" i="0" u="none" strike="noStrike">
                <a:solidFill>
                  <a:srgbClr val="A8C0C6"/>
                </a:solidFill>
                <a:latin typeface="Embedded Libre Baskerville"/>
              </a:rPr>
              <a:t>MLP Compartilhado:</a:t>
            </a:r>
            <a:r>
              <a:rPr lang="en-US" sz="2368" b="0" i="0" u="none" strike="noStrike">
                <a:solidFill>
                  <a:srgbClr val="A8C0C6"/>
                </a:solidFill>
                <a:latin typeface="Embedded Libre Baskerville"/>
              </a:rPr>
              <a:t> Eleva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68" b="0" i="0" u="none" strike="noStrike">
                <a:solidFill>
                  <a:srgbClr val="A8C0C6"/>
                </a:solidFill>
                <a:latin typeface="Embedded Libre Baskerville"/>
              </a:rPr>
              <a:t>características de  dimensões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68" b="0" i="0" u="none" strike="noStrike">
                <a:solidFill>
                  <a:srgbClr val="A8C0C6"/>
                </a:solidFill>
                <a:latin typeface="Embedded Libre Baskerville"/>
              </a:rPr>
              <a:t>individualmente por ponto.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 rot="0">
            <a:off x="3421225" y="7068485"/>
            <a:ext cx="7931021" cy="1566887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68" b="1" i="0" u="none" strike="noStrike">
                <a:solidFill>
                  <a:srgbClr val="A8C0C6"/>
                </a:solidFill>
                <a:latin typeface="Embedded Libre Baskerville"/>
              </a:rPr>
              <a:t>Função Simétrica:</a:t>
            </a:r>
            <a:r>
              <a:rPr lang="en-US" sz="2368" b="0" i="0" u="none" strike="noStrike">
                <a:solidFill>
                  <a:srgbClr val="A8C0C6"/>
                </a:solidFill>
                <a:latin typeface="Embedded Libre Baskerville"/>
              </a:rPr>
              <a:t> O </a:t>
            </a:r>
            <a:r>
              <a:rPr lang="en-US" sz="2368" b="0" i="1" u="none" strike="noStrike">
                <a:solidFill>
                  <a:srgbClr val="A8C0C6"/>
                </a:solidFill>
                <a:latin typeface="Embedded Libre Baskerville"/>
              </a:rPr>
              <a:t>Global Max Pooling</a:t>
            </a:r>
            <a:r>
              <a:rPr lang="en-US" sz="2368" b="0" i="0" u="none" strike="noStrike">
                <a:solidFill>
                  <a:srgbClr val="A8C0C6"/>
                </a:solidFill>
                <a:latin typeface="Embedded Libre Baskerville"/>
              </a:rPr>
              <a:t> extrai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68" b="0" i="0" u="none" strike="noStrike">
                <a:solidFill>
                  <a:srgbClr val="A8C0C6"/>
                </a:solidFill>
                <a:latin typeface="Embedded Libre Baskerville"/>
              </a:rPr>
              <a:t>o valor máximo entre pontos, criando uma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2368" b="0" i="0" u="none" strike="noStrike">
                <a:solidFill>
                  <a:srgbClr val="A8C0C6"/>
                </a:solidFill>
                <a:latin typeface="Embedded Libre Baskerville"/>
              </a:rPr>
              <a:t>"assinatura" global agnóstica à ordem.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 rot="0">
            <a:off x="3421225" y="8915290"/>
            <a:ext cx="9120674" cy="1044591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51" b="1" i="0" u="none" strike="noStrike">
                <a:solidFill>
                  <a:srgbClr val="A8C0C6"/>
                </a:solidFill>
                <a:latin typeface="Embedded Libre Baskerville"/>
              </a:rPr>
              <a:t>Classificação Final:</a:t>
            </a:r>
            <a:r>
              <a:rPr lang="en-US" sz="2551" b="0" i="0" u="none" strike="noStrike">
                <a:solidFill>
                  <a:srgbClr val="A8C0C6"/>
                </a:solidFill>
                <a:latin typeface="Embedded Libre Baskerville"/>
              </a:rPr>
              <a:t> Ativação </a:t>
            </a:r>
            <a:r>
              <a:rPr lang="en-US" sz="2551" b="0" i="1" u="none" strike="noStrike">
                <a:solidFill>
                  <a:srgbClr val="A8C0C6"/>
                </a:solidFill>
                <a:latin typeface="Embedded Libre Baskerville"/>
              </a:rPr>
              <a:t>softmax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551" b="0" i="0" u="none" strike="noStrike">
                <a:solidFill>
                  <a:srgbClr val="A8C0C6"/>
                </a:solidFill>
                <a:latin typeface="Embedded Libre Baskerville"/>
              </a:rPr>
              <a:t>gera a probabilidade matemática: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219533" y="10195479"/>
            <a:ext cx="1726163" cy="510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22174" y="326572"/>
            <a:ext cx="22939653" cy="1306285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2178" y="326573"/>
            <a:ext cx="22939645" cy="13062854"/>
          </a:xfrm>
          <a:prstGeom prst="rect">
            <a:avLst/>
          </a:prstGeom>
          <a:effectLst>
            <a:outerShdw algn="ctr" blurRad="9558185" dir="5400000" dist="955818" sx="100000" sy="100000">
              <a:srgbClr val="000000">
                <a:alpha val="27843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572" y="326572"/>
            <a:ext cx="23222857" cy="1306285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16666" y="5248577"/>
            <a:ext cx="6410477" cy="288736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986762" y="5248577"/>
            <a:ext cx="6410477" cy="288736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56857" y="5248577"/>
            <a:ext cx="6410477" cy="288736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28762" y="8849556"/>
            <a:ext cx="20126477" cy="2419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 rot="0">
            <a:off x="2128762" y="1487714"/>
            <a:ext cx="23145448" cy="2089453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30" b="1" i="0" u="none" strike="noStrike">
                <a:solidFill>
                  <a:srgbClr val="E8F0F2"/>
                </a:solidFill>
                <a:latin typeface="Embedded Libre Baskerville"/>
              </a:rPr>
              <a:t>Demonstração de Resultados - O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30" b="1" i="0" u="none" strike="noStrike">
                <a:solidFill>
                  <a:srgbClr val="F2C6A0"/>
                </a:solidFill>
                <a:latin typeface="Embedded Libre Baskerville"/>
              </a:rPr>
              <a:t>Experimento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 rot="0">
            <a:off x="2127610" y="4157720"/>
            <a:ext cx="20127629" cy="619160"/>
          </a:xfrm>
          <a:prstGeom prst="rect">
            <a:avLst/>
          </a:prstGeom>
        </p:spPr>
        <p:txBody>
          <a:bodyPr anchor="t" rtlCol="0" tIns="0" lIns="0" bIns="0" rIns="0" wrap="squar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A8C0C6"/>
                </a:solidFill>
                <a:latin typeface="Embedded Libre Baskerville"/>
              </a:rPr>
              <a:t>Avaliação do </a:t>
            </a:r>
            <a:r>
              <a:rPr lang="en-US" sz="3047" b="0" i="1" u="none" strike="noStrike">
                <a:solidFill>
                  <a:srgbClr val="A8C0C6"/>
                </a:solidFill>
                <a:latin typeface="Embedded Libre Baskerville"/>
              </a:rPr>
              <a:t>trade-off</a:t>
            </a:r>
            <a:r>
              <a:rPr lang="en-US" sz="3047" b="0" i="0" u="none" strike="noStrike">
                <a:solidFill>
                  <a:srgbClr val="A8C0C6"/>
                </a:solidFill>
                <a:latin typeface="Embedded Libre Baskerville"/>
              </a:rPr>
              <a:t> entre resolução geométrica (</a:t>
            </a:r>
            <a:r>
              <a:rPr lang="en-US" sz="3047" b="1" i="0" u="none" strike="noStrike">
                <a:solidFill>
                  <a:srgbClr val="A8C0C6"/>
                </a:solidFill>
                <a:latin typeface="Embedded Libre Baskerville"/>
              </a:rPr>
              <a:t>NUM_POINTS</a:t>
            </a:r>
            <a:r>
              <a:rPr lang="en-US" sz="3047" b="0" i="0" u="none" strike="noStrike">
                <a:solidFill>
                  <a:srgbClr val="A8C0C6"/>
                </a:solidFill>
                <a:latin typeface="Embedded Libre Baskerville"/>
              </a:rPr>
              <a:t>), custo</a:t>
            </a:r>
          </a:p>
          <a:p>
            <a:pPr fontAlgn="base" marL="0" algn="l">
              <a:lnSpc>
                <a:spcPct val="105000"/>
              </a:lnSpc>
              <a:spcBef>
                <a:spcPct val="0"/>
              </a:spcBef>
              <a:spcAft>
                <a:spcPct val="3000"/>
              </a:spcAft>
            </a:pPr>
            <a:r>
              <a:rPr lang="en-US" sz="3047" b="0" i="0" u="none" strike="noStrike">
                <a:solidFill>
                  <a:srgbClr val="A8C0C6"/>
                </a:solidFill>
                <a:latin typeface="Embedded Libre Baskerville"/>
              </a:rPr>
              <a:t>e acurácia.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 rot="0">
            <a:off x="619276" y="9212414"/>
            <a:ext cx="23145448" cy="565830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66" b="0" i="0" u="none" strike="noStrike">
                <a:solidFill>
                  <a:srgbClr val="A8C0C6"/>
                </a:solidFill>
                <a:latin typeface="Embedded Libre Baskerville"/>
              </a:rPr>
              <a:t>Parâmetros fixos: </a:t>
            </a:r>
            <a:r>
              <a:rPr lang="en-US" sz="2666" b="1" i="0" u="none" strike="noStrike">
                <a:solidFill>
                  <a:srgbClr val="A8C0C6"/>
                </a:solidFill>
                <a:latin typeface="Embedded Libre Baskerville"/>
              </a:rPr>
              <a:t>748.979</a:t>
            </a:r>
            <a:r>
              <a:rPr lang="en-US" sz="2666" b="0" i="0" u="none" strike="noStrike">
                <a:solidFill>
                  <a:srgbClr val="A8C0C6"/>
                </a:solidFill>
                <a:latin typeface="Embedded Libre Baskerville"/>
              </a:rPr>
              <a:t> em todos os cenários (pesos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66" b="0" i="0" u="none" strike="noStrike">
                <a:solidFill>
                  <a:srgbClr val="A8C0C6"/>
                </a:solidFill>
                <a:latin typeface="Embedded Libre Baskerville"/>
              </a:rPr>
              <a:t>compartilhados).</a:t>
            </a:r>
          </a:p>
        </p:txBody>
      </p:sp>
      <p:sp>
        <p:nvSpPr>
          <p:cNvPr id="13" name="TextBox 13"/>
          <p:cNvSpPr txBox="1"/>
          <p:nvPr/>
        </p:nvSpPr>
        <p:spPr>
          <a:xfrm rot="0">
            <a:off x="2515809" y="6111875"/>
            <a:ext cx="6454019" cy="1624920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512 pontos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10 épocas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Baixa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Densidade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 rot="0">
            <a:off x="9385905" y="6111875"/>
            <a:ext cx="6454019" cy="1624920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2048 pontos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20 épocas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Densidade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Padrão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16254645" y="6111679"/>
            <a:ext cx="6455578" cy="162531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4096 pontos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15 épocas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Alta</a:t>
            </a:r>
          </a:p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79" b="0" i="0" u="none" strike="noStrike">
                <a:solidFill>
                  <a:srgbClr val="A8C0C6"/>
                </a:solidFill>
                <a:latin typeface="Embedded Libre Baskerville"/>
              </a:rPr>
              <a:t>Densidade</a:t>
            </a:r>
          </a:p>
          <a:p>
            <a:pPr algn="l" marL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">
                <a:latin typeface="Embedded Libre Baskerville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 rot="0">
            <a:off x="2515809" y="5647720"/>
            <a:ext cx="6454019" cy="464155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047" b="1" i="0" u="none" strike="noStrike">
                <a:solidFill>
                  <a:srgbClr val="F2C6A0"/>
                </a:solidFill>
                <a:latin typeface="Embedded Libre Baskerville"/>
              </a:rPr>
              <a:t>Cenário</a:t>
            </a:r>
            <a:r>
              <a:rPr lang="en-US" sz="3047" b="1" i="0" u="none" strike="noStrike">
                <a:solidFill>
                  <a:srgbClr val="F2C6A0"/>
                </a:solidFill>
                <a:latin typeface="Embedded Libre Baskerville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 rot="0">
            <a:off x="9385905" y="5647720"/>
            <a:ext cx="6454019" cy="464155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047" b="1" i="0" u="none" strike="noStrike">
                <a:solidFill>
                  <a:srgbClr val="F2C6A0"/>
                </a:solidFill>
                <a:latin typeface="Embedded Libre Baskerville"/>
              </a:rPr>
              <a:t>Cenário</a:t>
            </a:r>
            <a:r>
              <a:rPr lang="en-US" sz="3047" b="1" i="0" u="none" strike="noStrike">
                <a:solidFill>
                  <a:srgbClr val="F2C6A0"/>
                </a:solidFill>
                <a:latin typeface="Embedded Libre Baskerville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 rot="0">
            <a:off x="16256000" y="5647720"/>
            <a:ext cx="6454019" cy="464155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047" b="1" i="0" u="none" strike="noStrike">
                <a:solidFill>
                  <a:srgbClr val="F2C6A0"/>
                </a:solidFill>
                <a:latin typeface="Embedded Libre Baskerville"/>
              </a:rPr>
              <a:t>Cenário</a:t>
            </a:r>
            <a:r>
              <a:rPr lang="en-US" sz="3047" b="1" i="0" u="none" strike="noStrike">
                <a:solidFill>
                  <a:srgbClr val="F2C6A0"/>
                </a:solidFill>
                <a:latin typeface="Embedded Libre Baskerville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30000">
            <a:off x="17576800" y="482600"/>
            <a:ext cx="17526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30000">
            <a:off x="18796000" y="1854200"/>
            <a:ext cx="17526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17999">
            <a:off x="17399000" y="9423400"/>
            <a:ext cx="1828801" cy="1041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17999">
            <a:off x="16129000" y="10845800"/>
            <a:ext cx="1828801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30000">
            <a:off x="5207000" y="11506200"/>
            <a:ext cx="18288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30000">
            <a:off x="3683001" y="10083801"/>
            <a:ext cx="1828800" cy="104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17999">
            <a:off x="6527800" y="2971799"/>
            <a:ext cx="1828801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87600" y="2971800"/>
            <a:ext cx="3454400" cy="1295400"/>
          </a:xfrm>
          <a:prstGeom prst="rect">
            <a:avLst/>
          </a:prstGeom>
          <a:effectLst>
            <a:outerShdw algn="ctr" blurRad="457199" dir="5400000" dist="50799" sx="100000" sy="100000">
              <a:srgbClr val="000000">
                <a:alpha val="25098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11200" y="8509000"/>
            <a:ext cx="3733800" cy="1295400"/>
          </a:xfrm>
          <a:prstGeom prst="rect">
            <a:avLst/>
          </a:prstGeom>
          <a:effectLst>
            <a:outerShdw algn="ctr" blurRad="457200" dir="5400000" dist="50799" sx="100000" sy="100000">
              <a:srgbClr val="000000">
                <a:alpha val="25098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765800" y="9702800"/>
            <a:ext cx="3733800" cy="762000"/>
          </a:xfrm>
          <a:prstGeom prst="rect">
            <a:avLst/>
          </a:prstGeom>
          <a:effectLst>
            <a:outerShdw algn="ctr" blurRad="457199" dir="5400000" dist="50800" sx="100000" sy="100000">
              <a:srgbClr val="000000">
                <a:alpha val="25098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70800" y="4292600"/>
            <a:ext cx="3149600" cy="762000"/>
          </a:xfrm>
          <a:prstGeom prst="rect">
            <a:avLst/>
          </a:prstGeom>
          <a:effectLst>
            <a:outerShdw algn="ctr" blurRad="457200" dir="5400000" dist="50800" sx="100000" sy="100000">
              <a:srgbClr val="000000">
                <a:alpha val="25098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 rot="0">
            <a:off x="14828520" y="2971800"/>
            <a:ext cx="3972560" cy="12954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Introduçã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o Dados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13131165" y="8509000"/>
            <a:ext cx="4293870" cy="12954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Arquitetura</a:t>
            </a: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PN</a:t>
            </a:r>
          </a:p>
        </p:txBody>
      </p:sp>
      <p:sp>
        <p:nvSpPr>
          <p:cNvPr id="16" name="TextBox 16"/>
          <p:cNvSpPr txBox="1"/>
          <p:nvPr/>
        </p:nvSpPr>
        <p:spPr>
          <a:xfrm rot="0">
            <a:off x="5485765" y="9702800"/>
            <a:ext cx="4293870" cy="7620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Experiment</a:t>
            </a: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o</a:t>
            </a:r>
          </a:p>
        </p:txBody>
      </p:sp>
      <p:sp>
        <p:nvSpPr>
          <p:cNvPr id="17" name="TextBox 17"/>
          <p:cNvSpPr txBox="1"/>
          <p:nvPr/>
        </p:nvSpPr>
        <p:spPr>
          <a:xfrm rot="0">
            <a:off x="7434580" y="4292600"/>
            <a:ext cx="3622040" cy="7620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Conclusã</a:t>
            </a: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o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674298" y="6167239"/>
            <a:ext cx="7035403" cy="1381522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30000">
            <a:off x="17572567" y="482600"/>
            <a:ext cx="1761066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 rot="0">
            <a:off x="8964523" y="6522839"/>
            <a:ext cx="6454954" cy="67032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 i="0" u="none" strike="noStrike">
                <a:solidFill>
                  <a:srgbClr val="1A1A1A"/>
                </a:solidFill>
                <a:latin typeface="Embedded Inter"/>
              </a:rPr>
              <a:t>Arquitetura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 i="0" u="none" strike="noStrike">
                <a:solidFill>
                  <a:srgbClr val="1A1A1A"/>
                </a:solidFill>
                <a:latin typeface="Embedded Inter"/>
              </a:rPr>
              <a:t>PointNet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330000">
            <a:off x="17576800" y="482600"/>
            <a:ext cx="1752600" cy="9906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330000">
            <a:off x="18796000" y="1854200"/>
            <a:ext cx="1752600" cy="9906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317999">
            <a:off x="17399000" y="9423400"/>
            <a:ext cx="1828800" cy="1041400"/>
          </a:xfrm>
          <a:prstGeom prst="rect">
            <a:avLst/>
          </a:prstGeom>
          <a:effectLst>
            <a:outerShdw algn="ctr" blurRad="761999" dir="5400000" dist="76199" sx="100000" sy="100000">
              <a:srgbClr val="000000">
                <a:alpha val="27843"/>
              </a:srgbClr>
            </a:outerShdw>
          </a:effectLst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317999">
            <a:off x="16129000" y="10845800"/>
            <a:ext cx="1828800" cy="1041400"/>
          </a:xfrm>
          <a:prstGeom prst="rect">
            <a:avLst/>
          </a:prstGeom>
          <a:effectLst>
            <a:outerShdw algn="ctr" blurRad="761999" dir="5400000" dist="76199" sx="100000" sy="100000">
              <a:srgbClr val="000000">
                <a:alpha val="27843"/>
              </a:srgbClr>
            </a:outerShdw>
          </a:effectLst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330000">
            <a:off x="5207000" y="11506200"/>
            <a:ext cx="1828800" cy="10414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330000">
            <a:off x="3683000" y="10083801"/>
            <a:ext cx="1828800" cy="10414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317999">
            <a:off x="6527800" y="2971800"/>
            <a:ext cx="1828800" cy="1041400"/>
          </a:xfrm>
          <a:prstGeom prst="rect">
            <a:avLst/>
          </a:prstGeom>
          <a:effectLst>
            <a:outerShdw algn="ctr" blurRad="761999" dir="5400000" dist="76199" sx="100000" sy="100000">
              <a:srgbClr val="000000">
                <a:alpha val="27843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30000">
            <a:off x="17572567" y="482600"/>
            <a:ext cx="1761066" cy="990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330000">
            <a:off x="17691711" y="532270"/>
            <a:ext cx="770466" cy="818821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330000">
            <a:off x="17779439" y="591661"/>
            <a:ext cx="624411" cy="387412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330000">
            <a:off x="17752996" y="1007154"/>
            <a:ext cx="623846" cy="11740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330000">
            <a:off x="17737223" y="1167827"/>
            <a:ext cx="623868" cy="123223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330000">
            <a:off x="17634021" y="525710"/>
            <a:ext cx="1638159" cy="904381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30000">
            <a:off x="18791767" y="1854200"/>
            <a:ext cx="1761066" cy="990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330000">
            <a:off x="18875429" y="2644715"/>
            <a:ext cx="1526257" cy="110411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330000">
            <a:off x="18880633" y="2644965"/>
            <a:ext cx="1526257" cy="1834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330000">
            <a:off x="18944196" y="1943936"/>
            <a:ext cx="1526257" cy="83639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330000">
            <a:off x="18911071" y="2215037"/>
            <a:ext cx="726596" cy="187801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330000">
            <a:off x="19709450" y="2291804"/>
            <a:ext cx="726602" cy="140851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330000">
            <a:off x="18873231" y="2690471"/>
            <a:ext cx="1526257" cy="64549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330000">
            <a:off x="18926556" y="2105714"/>
            <a:ext cx="726440" cy="88053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330000">
            <a:off x="19722691" y="2182373"/>
            <a:ext cx="726440" cy="88053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-317999">
            <a:off x="17387711" y="9423400"/>
            <a:ext cx="1851378" cy="1041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-317999">
            <a:off x="17546959" y="10289967"/>
            <a:ext cx="1604528" cy="80606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-317999">
            <a:off x="17530018" y="10130436"/>
            <a:ext cx="495629" cy="106611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-317999">
            <a:off x="18083260" y="10079122"/>
            <a:ext cx="495629" cy="11101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-317999">
            <a:off x="17477723" y="9517515"/>
            <a:ext cx="1605234" cy="148074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-317999">
            <a:off x="17514608" y="9920864"/>
            <a:ext cx="493701" cy="172723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-317999">
            <a:off x="18067504" y="9869567"/>
            <a:ext cx="493845" cy="17272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-317999">
            <a:off x="18618689" y="9818349"/>
            <a:ext cx="493701" cy="129542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-317999">
            <a:off x="17548494" y="10330395"/>
            <a:ext cx="1604864" cy="40107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-317999">
            <a:off x="18805786" y="9993370"/>
            <a:ext cx="154282" cy="154282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-317999">
            <a:off x="17500848" y="9839358"/>
            <a:ext cx="493909" cy="43572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-317999">
            <a:off x="18116756" y="10118409"/>
            <a:ext cx="317049" cy="3211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-317999">
            <a:off x="17663336" y="10166899"/>
            <a:ext cx="169999" cy="28928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-317999">
            <a:off x="17543326" y="10290135"/>
            <a:ext cx="1604528" cy="1929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-317999">
            <a:off x="17504404" y="9896266"/>
            <a:ext cx="493701" cy="1929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-317999">
            <a:off x="18057442" y="9844961"/>
            <a:ext cx="493701" cy="1929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-317999">
            <a:off x="18610481" y="9793657"/>
            <a:ext cx="493701" cy="1929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-317999">
            <a:off x="18051416" y="9788168"/>
            <a:ext cx="496384" cy="43572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-317999">
            <a:off x="18607132" y="9736741"/>
            <a:ext cx="493701" cy="43572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-317999">
            <a:off x="16117711" y="10845800"/>
            <a:ext cx="1851378" cy="10414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-317999">
            <a:off x="16117711" y="10845800"/>
            <a:ext cx="1851378" cy="10414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-317999">
            <a:off x="16242835" y="10910264"/>
            <a:ext cx="809978" cy="985865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-317999">
            <a:off x="16353011" y="11685748"/>
            <a:ext cx="655696" cy="14714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-317999">
            <a:off x="16346306" y="11686058"/>
            <a:ext cx="655696" cy="1929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-317999">
            <a:off x="16323238" y="11250316"/>
            <a:ext cx="655829" cy="378954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-317999">
            <a:off x="16290485" y="10973341"/>
            <a:ext cx="656436" cy="23992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-317999">
            <a:off x="16443826" y="11730902"/>
            <a:ext cx="566561" cy="88893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-317999">
            <a:off x="16356169" y="11753987"/>
            <a:ext cx="53185" cy="106641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330000">
            <a:off x="5195711" y="11506200"/>
            <a:ext cx="1851377" cy="10414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330000">
            <a:off x="3671712" y="10083801"/>
            <a:ext cx="1851377" cy="10414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330000">
            <a:off x="5350907" y="11600295"/>
            <a:ext cx="1605365" cy="175857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330000">
            <a:off x="5333781" y="11823542"/>
            <a:ext cx="1604711" cy="98716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330000">
            <a:off x="5302585" y="12149440"/>
            <a:ext cx="1604527" cy="98716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 rot="330000">
            <a:off x="5671656" y="12266603"/>
            <a:ext cx="629372" cy="78587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 rot="330000">
            <a:off x="5309534" y="12103489"/>
            <a:ext cx="1604527" cy="46284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330000">
            <a:off x="5932701" y="11956142"/>
            <a:ext cx="290628" cy="49563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330000">
            <a:off x="3671712" y="10083801"/>
            <a:ext cx="1851377" cy="10414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 rot="330000">
            <a:off x="3796966" y="10173502"/>
            <a:ext cx="809978" cy="785841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 rot="330000">
            <a:off x="3898310" y="10236377"/>
            <a:ext cx="655696" cy="157355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 rot="330000">
            <a:off x="3880864" y="10431464"/>
            <a:ext cx="655696" cy="129542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 rot="330000">
            <a:off x="3866230" y="10583446"/>
            <a:ext cx="655696" cy="129542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 rot="330000">
            <a:off x="3853666" y="10735527"/>
            <a:ext cx="655696" cy="86361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 rot="330000">
            <a:off x="4077102" y="10838571"/>
            <a:ext cx="142710" cy="4223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-317999">
            <a:off x="6516511" y="2971799"/>
            <a:ext cx="1851378" cy="10414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-317999">
            <a:off x="6640092" y="3414841"/>
            <a:ext cx="511058" cy="2301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-317999">
            <a:off x="7185451" y="3364250"/>
            <a:ext cx="511058" cy="230187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-317999">
            <a:off x="7730809" y="3313659"/>
            <a:ext cx="511058" cy="2301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-317999">
            <a:off x="6654691" y="3650588"/>
            <a:ext cx="1604528" cy="1929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rot="-317999">
            <a:off x="6608083" y="3065843"/>
            <a:ext cx="1604528" cy="166576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 rot="-317999">
            <a:off x="6622240" y="3278048"/>
            <a:ext cx="1604620" cy="49358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 rot="-317999">
            <a:off x="6659357" y="3679300"/>
            <a:ext cx="1604528" cy="45109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 rot="-317999">
            <a:off x="6673622" y="3483586"/>
            <a:ext cx="447416" cy="129542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 rot="-317999">
            <a:off x="7218980" y="3432994"/>
            <a:ext cx="447416" cy="129542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 rot="-317999">
            <a:off x="7764230" y="3382408"/>
            <a:ext cx="447525" cy="129542"/>
          </a:xfrm>
          <a:prstGeom prst="rect">
            <a:avLst/>
          </a:prstGeom>
        </p:spPr>
      </p:pic>
      <p:pic>
        <p:nvPicPr>
          <p:cNvPr id="97" name="Picture 97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 rot="-317999">
            <a:off x="6665931" y="3446938"/>
            <a:ext cx="447416" cy="37003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 rot="-317999">
            <a:off x="7211288" y="3396347"/>
            <a:ext cx="447416" cy="37003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 rot="-317999">
            <a:off x="7756647" y="3345756"/>
            <a:ext cx="447416" cy="370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30000">
            <a:off x="17576800" y="482600"/>
            <a:ext cx="17526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30000">
            <a:off x="18796000" y="1854200"/>
            <a:ext cx="17526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17999">
            <a:off x="17399000" y="9423400"/>
            <a:ext cx="1828801" cy="1041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17999">
            <a:off x="16129000" y="10845800"/>
            <a:ext cx="1828801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30000">
            <a:off x="5207000" y="11506200"/>
            <a:ext cx="18288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30000">
            <a:off x="3683001" y="10083801"/>
            <a:ext cx="1828800" cy="104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17999">
            <a:off x="6527800" y="2971799"/>
            <a:ext cx="1828801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87600" y="2971800"/>
            <a:ext cx="3454400" cy="1295400"/>
          </a:xfrm>
          <a:prstGeom prst="rect">
            <a:avLst/>
          </a:prstGeom>
          <a:effectLst>
            <a:outerShdw algn="ctr" blurRad="457199" dir="5400000" dist="50799" sx="100000" sy="100000">
              <a:srgbClr val="000000">
                <a:alpha val="25098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11200" y="8509000"/>
            <a:ext cx="3733800" cy="1295400"/>
          </a:xfrm>
          <a:prstGeom prst="rect">
            <a:avLst/>
          </a:prstGeom>
          <a:effectLst>
            <a:outerShdw algn="ctr" blurRad="457200" dir="5400000" dist="50799" sx="100000" sy="100000">
              <a:srgbClr val="000000">
                <a:alpha val="25098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765800" y="9702800"/>
            <a:ext cx="3733800" cy="762000"/>
          </a:xfrm>
          <a:prstGeom prst="rect">
            <a:avLst/>
          </a:prstGeom>
          <a:effectLst>
            <a:outerShdw algn="ctr" blurRad="457199" dir="5400000" dist="50800" sx="100000" sy="100000">
              <a:srgbClr val="000000">
                <a:alpha val="25098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70800" y="4292600"/>
            <a:ext cx="3149600" cy="762000"/>
          </a:xfrm>
          <a:prstGeom prst="rect">
            <a:avLst/>
          </a:prstGeom>
          <a:effectLst>
            <a:outerShdw algn="ctr" blurRad="457200" dir="5400000" dist="50800" sx="100000" sy="100000">
              <a:srgbClr val="000000">
                <a:alpha val="25098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 rot="0">
            <a:off x="14828520" y="2971800"/>
            <a:ext cx="3972560" cy="12954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Introduçã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o Dados</a:t>
            </a:r>
          </a:p>
        </p:txBody>
      </p:sp>
      <p:sp>
        <p:nvSpPr>
          <p:cNvPr id="15" name="TextBox 15"/>
          <p:cNvSpPr txBox="1"/>
          <p:nvPr/>
        </p:nvSpPr>
        <p:spPr>
          <a:xfrm rot="0">
            <a:off x="13131165" y="8509000"/>
            <a:ext cx="4293870" cy="12954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Arquitetura</a:t>
            </a:r>
            <a:r>
              <a:rPr lang="en-US" sz="3600" b="0" i="0" u="none" strike="noStrike">
                <a:solidFill>
                  <a:srgbClr val="FFFFFF"/>
                </a:solidFill>
                <a:latin typeface="Embedded Inter"/>
              </a:rPr>
              <a:t>PN</a:t>
            </a:r>
          </a:p>
        </p:txBody>
      </p:sp>
      <p:sp>
        <p:nvSpPr>
          <p:cNvPr id="16" name="TextBox 16"/>
          <p:cNvSpPr txBox="1"/>
          <p:nvPr/>
        </p:nvSpPr>
        <p:spPr>
          <a:xfrm rot="0">
            <a:off x="5485765" y="9702800"/>
            <a:ext cx="4293870" cy="7620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Experiment</a:t>
            </a: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o</a:t>
            </a:r>
          </a:p>
        </p:txBody>
      </p:sp>
      <p:sp>
        <p:nvSpPr>
          <p:cNvPr id="17" name="TextBox 17"/>
          <p:cNvSpPr txBox="1"/>
          <p:nvPr/>
        </p:nvSpPr>
        <p:spPr>
          <a:xfrm rot="0">
            <a:off x="7434580" y="4292600"/>
            <a:ext cx="3622040" cy="762000"/>
          </a:xfrm>
          <a:prstGeom prst="rect">
            <a:avLst/>
          </a:prstGeom>
        </p:spPr>
        <p:txBody>
          <a:bodyPr anchor="ctr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Conclusã</a:t>
            </a:r>
            <a:r>
              <a:rPr lang="en-US" sz="2338" b="0" i="0" u="none" strike="noStrike">
                <a:solidFill>
                  <a:srgbClr val="FFFFFF"/>
                </a:solidFill>
                <a:latin typeface="Embedded Inter"/>
              </a:rPr>
              <a:t>o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674298" y="6167239"/>
            <a:ext cx="7035403" cy="1381522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30000">
            <a:off x="17572567" y="482600"/>
            <a:ext cx="1761066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 rot="0">
            <a:off x="8964523" y="6522839"/>
            <a:ext cx="6454954" cy="670322"/>
          </a:xfrm>
          <a:prstGeom prst="rect">
            <a:avLst/>
          </a:prstGeom>
        </p:spPr>
        <p:txBody>
          <a:bodyPr anchor="t" rtlCol="0" tIns="0" lIns="0" bIns="0" rIns="0" wrap="none"/>
          <a:lstStyle/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 i="0" u="none" strike="noStrike">
                <a:solidFill>
                  <a:srgbClr val="1A1A1A"/>
                </a:solidFill>
                <a:latin typeface="Embedded Inter"/>
              </a:rPr>
              <a:t>Arquitetura</a:t>
            </a:r>
          </a:p>
          <a:p>
            <a:pPr fontAlgn="base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 i="0" u="none" strike="noStrike">
                <a:solidFill>
                  <a:srgbClr val="1A1A1A"/>
                </a:solidFill>
                <a:latin typeface="Embedded Inter"/>
              </a:rPr>
              <a:t>PointNet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330000">
            <a:off x="17576800" y="482600"/>
            <a:ext cx="1752600" cy="9906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330000">
            <a:off x="18796000" y="1854200"/>
            <a:ext cx="1752600" cy="9906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317999">
            <a:off x="17399000" y="9423400"/>
            <a:ext cx="1828800" cy="1041400"/>
          </a:xfrm>
          <a:prstGeom prst="rect">
            <a:avLst/>
          </a:prstGeom>
          <a:effectLst>
            <a:outerShdw algn="ctr" blurRad="761999" dir="5400000" dist="76199" sx="100000" sy="100000">
              <a:srgbClr val="000000">
                <a:alpha val="27843"/>
              </a:srgbClr>
            </a:outerShdw>
          </a:effectLst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317999">
            <a:off x="16129000" y="10845800"/>
            <a:ext cx="1828800" cy="1041400"/>
          </a:xfrm>
          <a:prstGeom prst="rect">
            <a:avLst/>
          </a:prstGeom>
          <a:effectLst>
            <a:outerShdw algn="ctr" blurRad="761999" dir="5400000" dist="76199" sx="100000" sy="100000">
              <a:srgbClr val="000000">
                <a:alpha val="27843"/>
              </a:srgbClr>
            </a:outerShdw>
          </a:effectLst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330000">
            <a:off x="5207000" y="11506200"/>
            <a:ext cx="1828800" cy="10414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330000">
            <a:off x="3683000" y="10083801"/>
            <a:ext cx="1828800" cy="1041400"/>
          </a:xfrm>
          <a:prstGeom prst="rect">
            <a:avLst/>
          </a:prstGeom>
          <a:effectLst>
            <a:outerShdw algn="ctr" blurRad="762000" dir="5400000" dist="76200" sx="100000" sy="100000">
              <a:srgbClr val="000000">
                <a:alpha val="27843"/>
              </a:srgbClr>
            </a:outerShdw>
          </a:effectLst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317999">
            <a:off x="6527800" y="2971800"/>
            <a:ext cx="1828800" cy="1041400"/>
          </a:xfrm>
          <a:prstGeom prst="rect">
            <a:avLst/>
          </a:prstGeom>
          <a:effectLst>
            <a:outerShdw algn="ctr" blurRad="761999" dir="5400000" dist="76199" sx="100000" sy="100000">
              <a:srgbClr val="000000">
                <a:alpha val="27843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30000">
            <a:off x="17572567" y="482600"/>
            <a:ext cx="1761066" cy="990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330000">
            <a:off x="17691711" y="532270"/>
            <a:ext cx="770466" cy="818821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330000">
            <a:off x="17779439" y="591661"/>
            <a:ext cx="624411" cy="387412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330000">
            <a:off x="17752996" y="1007154"/>
            <a:ext cx="623846" cy="11740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330000">
            <a:off x="17737223" y="1167827"/>
            <a:ext cx="623868" cy="123223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330000">
            <a:off x="17634021" y="525710"/>
            <a:ext cx="1638159" cy="904381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330000">
            <a:off x="18791767" y="1854200"/>
            <a:ext cx="1761066" cy="990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330000">
            <a:off x="18875429" y="2644715"/>
            <a:ext cx="1526257" cy="110411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330000">
            <a:off x="18880633" y="2644965"/>
            <a:ext cx="1526257" cy="1834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330000">
            <a:off x="18944196" y="1943936"/>
            <a:ext cx="1526257" cy="83639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330000">
            <a:off x="18911071" y="2215037"/>
            <a:ext cx="726596" cy="187801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330000">
            <a:off x="19709450" y="2291804"/>
            <a:ext cx="726602" cy="140851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330000">
            <a:off x="18873231" y="2690471"/>
            <a:ext cx="1526257" cy="64549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330000">
            <a:off x="18926556" y="2105714"/>
            <a:ext cx="726440" cy="88053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330000">
            <a:off x="19722691" y="2182373"/>
            <a:ext cx="726440" cy="88053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-317999">
            <a:off x="17387711" y="9423400"/>
            <a:ext cx="1851378" cy="1041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-317999">
            <a:off x="17546959" y="10289967"/>
            <a:ext cx="1604528" cy="80606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-317999">
            <a:off x="17530018" y="10130436"/>
            <a:ext cx="495629" cy="106611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-317999">
            <a:off x="18083260" y="10079122"/>
            <a:ext cx="495629" cy="11101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-317999">
            <a:off x="17477723" y="9517515"/>
            <a:ext cx="1605234" cy="148074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-317999">
            <a:off x="17514608" y="9920864"/>
            <a:ext cx="493701" cy="172723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-317999">
            <a:off x="18067504" y="9869567"/>
            <a:ext cx="493845" cy="17272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-317999">
            <a:off x="18618689" y="9818349"/>
            <a:ext cx="493701" cy="129542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-317999">
            <a:off x="17548494" y="10330395"/>
            <a:ext cx="1604864" cy="40107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-317999">
            <a:off x="18805786" y="9993370"/>
            <a:ext cx="154282" cy="154282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-317999">
            <a:off x="17500848" y="9839358"/>
            <a:ext cx="493909" cy="43572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-317999">
            <a:off x="18116756" y="10118409"/>
            <a:ext cx="317049" cy="3211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-317999">
            <a:off x="17663336" y="10166899"/>
            <a:ext cx="169999" cy="28928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-317999">
            <a:off x="17543326" y="10290135"/>
            <a:ext cx="1604528" cy="1929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-317999">
            <a:off x="17504404" y="9896266"/>
            <a:ext cx="493701" cy="1929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-317999">
            <a:off x="18057442" y="9844961"/>
            <a:ext cx="493701" cy="1929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-317999">
            <a:off x="18610481" y="9793657"/>
            <a:ext cx="493701" cy="1929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-317999">
            <a:off x="18051416" y="9788168"/>
            <a:ext cx="496384" cy="43572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-317999">
            <a:off x="18607132" y="9736741"/>
            <a:ext cx="493701" cy="43572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-317999">
            <a:off x="16117711" y="10845800"/>
            <a:ext cx="1851378" cy="10414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-317999">
            <a:off x="16117711" y="10845800"/>
            <a:ext cx="1851378" cy="10414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-317999">
            <a:off x="16242835" y="10910264"/>
            <a:ext cx="809978" cy="985865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-317999">
            <a:off x="16353011" y="11685748"/>
            <a:ext cx="655696" cy="14714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-317999">
            <a:off x="16346306" y="11686058"/>
            <a:ext cx="655696" cy="1929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-317999">
            <a:off x="16323238" y="11250316"/>
            <a:ext cx="655829" cy="378954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-317999">
            <a:off x="16290485" y="10973341"/>
            <a:ext cx="656436" cy="23992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-317999">
            <a:off x="16443826" y="11730902"/>
            <a:ext cx="566561" cy="88893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-317999">
            <a:off x="16356169" y="11753987"/>
            <a:ext cx="53185" cy="106641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330000">
            <a:off x="5195711" y="11506200"/>
            <a:ext cx="1851377" cy="10414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330000">
            <a:off x="3671712" y="10083801"/>
            <a:ext cx="1851377" cy="10414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330000">
            <a:off x="5350907" y="11600295"/>
            <a:ext cx="1605365" cy="175857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330000">
            <a:off x="5333781" y="11823542"/>
            <a:ext cx="1604711" cy="98716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330000">
            <a:off x="5302585" y="12149440"/>
            <a:ext cx="1604527" cy="98716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 rot="330000">
            <a:off x="5671656" y="12266603"/>
            <a:ext cx="629372" cy="78587"/>
          </a:xfrm>
          <a:prstGeom prst="rect">
            <a:avLst/>
          </a:prstGeom>
        </p:spPr>
      </p:pic>
      <p:pic>
        <p:nvPicPr>
          <p:cNvPr id="77" name="Picture 77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 rot="330000">
            <a:off x="5309534" y="12103489"/>
            <a:ext cx="1604527" cy="46284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330000">
            <a:off x="5932701" y="11956142"/>
            <a:ext cx="290628" cy="49563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330000">
            <a:off x="3671712" y="10083801"/>
            <a:ext cx="1851377" cy="10414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 rot="330000">
            <a:off x="3796966" y="10173502"/>
            <a:ext cx="809978" cy="785841"/>
          </a:xfrm>
          <a:prstGeom prst="rect">
            <a:avLst/>
          </a:prstGeom>
        </p:spPr>
      </p:pic>
      <p:pic>
        <p:nvPicPr>
          <p:cNvPr id="81" name="Picture 81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 rot="330000">
            <a:off x="3898310" y="10236377"/>
            <a:ext cx="655696" cy="157355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 rot="330000">
            <a:off x="3880864" y="10431464"/>
            <a:ext cx="655696" cy="129542"/>
          </a:xfrm>
          <a:prstGeom prst="rect">
            <a:avLst/>
          </a:prstGeom>
        </p:spPr>
      </p:pic>
      <p:pic>
        <p:nvPicPr>
          <p:cNvPr id="83" name="Picture 83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 rot="330000">
            <a:off x="3866230" y="10583446"/>
            <a:ext cx="655696" cy="129542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 rot="330000">
            <a:off x="3853666" y="10735527"/>
            <a:ext cx="655696" cy="86361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 rot="330000">
            <a:off x="4077102" y="10838571"/>
            <a:ext cx="142710" cy="4223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-317999">
            <a:off x="6516511" y="2971799"/>
            <a:ext cx="1851378" cy="1041400"/>
          </a:xfrm>
          <a:prstGeom prst="rect">
            <a:avLst/>
          </a:prstGeom>
        </p:spPr>
      </p:pic>
      <p:pic>
        <p:nvPicPr>
          <p:cNvPr id="87" name="Picture 87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-317999">
            <a:off x="6640092" y="3414841"/>
            <a:ext cx="511058" cy="2301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-317999">
            <a:off x="7185451" y="3364250"/>
            <a:ext cx="511058" cy="230187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 rot="-317999">
            <a:off x="7730809" y="3313659"/>
            <a:ext cx="511058" cy="2301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-317999">
            <a:off x="6654691" y="3650588"/>
            <a:ext cx="1604528" cy="1929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 rot="-317999">
            <a:off x="6608083" y="3065843"/>
            <a:ext cx="1604528" cy="166576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 rot="-317999">
            <a:off x="6622240" y="3278048"/>
            <a:ext cx="1604620" cy="49358"/>
          </a:xfrm>
          <a:prstGeom prst="rect">
            <a:avLst/>
          </a:prstGeom>
        </p:spPr>
      </p:pic>
      <p:pic>
        <p:nvPicPr>
          <p:cNvPr id="93" name="Picture 93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 rot="-317999">
            <a:off x="6659357" y="3679300"/>
            <a:ext cx="1604528" cy="45109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 rot="-317999">
            <a:off x="6673622" y="3483586"/>
            <a:ext cx="447416" cy="129542"/>
          </a:xfrm>
          <a:prstGeom prst="rect">
            <a:avLst/>
          </a:prstGeom>
        </p:spPr>
      </p:pic>
      <p:pic>
        <p:nvPicPr>
          <p:cNvPr id="95" name="Picture 95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 rot="-317999">
            <a:off x="7218980" y="3432994"/>
            <a:ext cx="447416" cy="129542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 rot="-317999">
            <a:off x="7764230" y="3382408"/>
            <a:ext cx="447525" cy="129542"/>
          </a:xfrm>
          <a:prstGeom prst="rect">
            <a:avLst/>
          </a:prstGeom>
        </p:spPr>
      </p:pic>
      <p:pic>
        <p:nvPicPr>
          <p:cNvPr id="97" name="Picture 97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 rot="-317999">
            <a:off x="6665931" y="3446938"/>
            <a:ext cx="447416" cy="37003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 rot="-317999">
            <a:off x="7211288" y="3396347"/>
            <a:ext cx="447416" cy="37003"/>
          </a:xfrm>
          <a:prstGeom prst="rect">
            <a:avLst/>
          </a:prstGeom>
        </p:spPr>
      </p:pic>
      <p:pic>
        <p:nvPicPr>
          <p:cNvPr id="99" name="Picture 99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 rot="-317999">
            <a:off x="7756647" y="3345756"/>
            <a:ext cx="447416" cy="370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25600" y="2090738"/>
            <a:ext cx="625953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600" b="1" dirty="0">
                <a:solidFill>
                  <a:srgbClr val="E8F0F2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</a:rPr>
              <a:t>Arquitetura</a:t>
            </a:r>
            <a:endParaRPr lang="en-US" sz="7600" dirty="0"/>
          </a:p>
        </p:txBody>
      </p:sp>
      <p:sp>
        <p:nvSpPr>
          <p:cNvPr id="4" name="Text 1"/>
          <p:cNvSpPr/>
          <p:nvPr/>
        </p:nvSpPr>
        <p:spPr>
          <a:xfrm>
            <a:off x="1625600" y="3248819"/>
            <a:ext cx="505438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600" b="1" dirty="0">
                <a:solidFill>
                  <a:srgbClr val="E8F0F2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</a:rPr>
              <a:t>PointNet:</a:t>
            </a:r>
            <a:endParaRPr lang="en-US" sz="7600" dirty="0"/>
          </a:p>
        </p:txBody>
      </p:sp>
      <p:sp>
        <p:nvSpPr>
          <p:cNvPr id="5" name="Text 2">
            <a:hlinkClick r:id="rId2" tooltip=""/>
          </p:cNvPr>
          <p:cNvSpPr/>
          <p:nvPr/>
        </p:nvSpPr>
        <p:spPr>
          <a:xfrm>
            <a:off x="15369381" y="3622278"/>
            <a:ext cx="44676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u="sng" dirty="0">
                <a:solidFill>
                  <a:srgbClr val="E8F0F2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Explorar o Espaço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25600" y="4406900"/>
            <a:ext cx="6762929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600" b="1" dirty="0">
                <a:solidFill>
                  <a:srgbClr val="F2C6A0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</a:rPr>
              <a:t>Classificação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14404181" y="4447778"/>
            <a:ext cx="8238530" cy="113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A8C0C6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</a:rPr>
              <a:t>Navegue pela apresentação em um canvas infinito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625600" y="5564981"/>
            <a:ext cx="508480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600" b="1" dirty="0">
                <a:solidFill>
                  <a:srgbClr val="F2C6A0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</a:rPr>
              <a:t>Profunda</a:t>
            </a:r>
            <a:endParaRPr lang="en-US" sz="7600" dirty="0"/>
          </a:p>
        </p:txBody>
      </p:sp>
      <p:sp>
        <p:nvSpPr>
          <p:cNvPr id="9" name="Text 6">
            <a:hlinkClick r:id="rId3" tooltip=""/>
          </p:cNvPr>
          <p:cNvSpPr/>
          <p:nvPr/>
        </p:nvSpPr>
        <p:spPr>
          <a:xfrm>
            <a:off x="15089981" y="6639322"/>
            <a:ext cx="31374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u="sng" dirty="0">
                <a:solidFill>
                  <a:srgbClr val="E8F0F2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Perguntar à IA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625600" y="7358063"/>
            <a:ext cx="11470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A8C0C6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</a:rPr>
              <a:t>Este é o núcleo do processamento de dados 3D. Os links ao lado permitem que você continue sua jornada — escolha como prefere explorar este conteúdo.</a:t>
            </a:r>
            <a:endParaRPr lang="en-US" sz="3600" dirty="0"/>
          </a:p>
        </p:txBody>
      </p:sp>
      <p:sp>
        <p:nvSpPr>
          <p:cNvPr id="11" name="Text 8">
            <a:hlinkClick r:id="rId4" tooltip=""/>
          </p:cNvPr>
          <p:cNvSpPr/>
          <p:nvPr/>
        </p:nvSpPr>
        <p:spPr>
          <a:xfrm>
            <a:off x="15089981" y="7782322"/>
            <a:ext cx="307830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u="sng" dirty="0">
                <a:solidFill>
                  <a:srgbClr val="E8F0F2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Ouvir Podcast</a:t>
            </a:r>
            <a:endParaRPr lang="en-US" sz="3200" dirty="0"/>
          </a:p>
        </p:txBody>
      </p:sp>
      <p:sp>
        <p:nvSpPr>
          <p:cNvPr id="12" name="Text 9">
            <a:hlinkClick r:id="rId5" tooltip=""/>
          </p:cNvPr>
          <p:cNvSpPr/>
          <p:nvPr/>
        </p:nvSpPr>
        <p:spPr>
          <a:xfrm>
            <a:off x="15089981" y="8925322"/>
            <a:ext cx="29407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u="sng" dirty="0">
                <a:solidFill>
                  <a:srgbClr val="E8F0F2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Assistir Vídeo</a:t>
            </a:r>
            <a:endParaRPr lang="en-US" sz="3200" dirty="0"/>
          </a:p>
        </p:txBody>
      </p:sp>
      <p:sp>
        <p:nvSpPr>
          <p:cNvPr id="13" name="Text 10">
            <a:hlinkClick r:id="rId6" tooltip=""/>
          </p:cNvPr>
          <p:cNvSpPr/>
          <p:nvPr/>
        </p:nvSpPr>
        <p:spPr>
          <a:xfrm>
            <a:off x="15089981" y="10068322"/>
            <a:ext cx="359086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u="sng" dirty="0">
                <a:solidFill>
                  <a:srgbClr val="E8F0F2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Transmissão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489200" y="10972403"/>
            <a:ext cx="8613577" cy="56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F2C6A0"/>
                </a:solidFill>
                <a:latin typeface="Embedded Libre Baskerville" pitchFamily="34" charset="0"/>
                <a:ea typeface="Embedded Libre Baskerville" pitchFamily="34" charset="-122"/>
                <a:cs typeface="Embedded Libre Baskerville" pitchFamily="34" charset="-120"/>
              </a:rPr>
              <a:t>Estes são links interativos — clique para abrir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